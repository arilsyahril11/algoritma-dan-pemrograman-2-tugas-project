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  <p:sldMasterId id="2147483672" r:id="rId6"/>
    <p:sldMasterId id="2147483673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</p:sldIdLst>
  <p:sldSz cy="6858000" cx="9144000"/>
  <p:notesSz cx="6858000" cy="9144000"/>
  <p:embeddedFontLst>
    <p:embeddedFont>
      <p:font typeface="Arial Narrow"/>
      <p:regular r:id="rId40"/>
      <p:bold r:id="rId41"/>
      <p:italic r:id="rId42"/>
      <p:boldItalic r:id="rId43"/>
    </p:embeddedFont>
    <p:embeddedFont>
      <p:font typeface="Arial Black"/>
      <p:regular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ArialNarrow-regular.fntdata"/><Relationship Id="rId20" Type="http://schemas.openxmlformats.org/officeDocument/2006/relationships/slide" Target="slides/slide12.xml"/><Relationship Id="rId42" Type="http://schemas.openxmlformats.org/officeDocument/2006/relationships/font" Target="fonts/ArialNarrow-italic.fntdata"/><Relationship Id="rId41" Type="http://schemas.openxmlformats.org/officeDocument/2006/relationships/font" Target="fonts/ArialNarrow-bold.fntdata"/><Relationship Id="rId22" Type="http://schemas.openxmlformats.org/officeDocument/2006/relationships/slide" Target="slides/slide14.xml"/><Relationship Id="rId44" Type="http://schemas.openxmlformats.org/officeDocument/2006/relationships/font" Target="fonts/ArialBlack-regular.fntdata"/><Relationship Id="rId21" Type="http://schemas.openxmlformats.org/officeDocument/2006/relationships/slide" Target="slides/slide13.xml"/><Relationship Id="rId43" Type="http://schemas.openxmlformats.org/officeDocument/2006/relationships/font" Target="fonts/ArialNarrow-boldItalic.fntdata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21.xml"/><Relationship Id="rId7" Type="http://schemas.openxmlformats.org/officeDocument/2006/relationships/slideMaster" Target="slideMasters/slideMaster4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11" Type="http://schemas.openxmlformats.org/officeDocument/2006/relationships/slide" Target="slides/slide3.xml"/><Relationship Id="rId33" Type="http://schemas.openxmlformats.org/officeDocument/2006/relationships/slide" Target="slides/slide25.xml"/><Relationship Id="rId10" Type="http://schemas.openxmlformats.org/officeDocument/2006/relationships/slide" Target="slides/slide2.xml"/><Relationship Id="rId32" Type="http://schemas.openxmlformats.org/officeDocument/2006/relationships/slide" Target="slides/slide24.xml"/><Relationship Id="rId13" Type="http://schemas.openxmlformats.org/officeDocument/2006/relationships/slide" Target="slides/slide5.xml"/><Relationship Id="rId35" Type="http://schemas.openxmlformats.org/officeDocument/2006/relationships/slide" Target="slides/slide27.xml"/><Relationship Id="rId12" Type="http://schemas.openxmlformats.org/officeDocument/2006/relationships/slide" Target="slides/slide4.xml"/><Relationship Id="rId34" Type="http://schemas.openxmlformats.org/officeDocument/2006/relationships/slide" Target="slides/slide26.xml"/><Relationship Id="rId15" Type="http://schemas.openxmlformats.org/officeDocument/2006/relationships/slide" Target="slides/slide7.xml"/><Relationship Id="rId37" Type="http://schemas.openxmlformats.org/officeDocument/2006/relationships/slide" Target="slides/slide29.xml"/><Relationship Id="rId14" Type="http://schemas.openxmlformats.org/officeDocument/2006/relationships/slide" Target="slides/slide6.xml"/><Relationship Id="rId36" Type="http://schemas.openxmlformats.org/officeDocument/2006/relationships/slide" Target="slides/slide28.xml"/><Relationship Id="rId17" Type="http://schemas.openxmlformats.org/officeDocument/2006/relationships/slide" Target="slides/slide9.xml"/><Relationship Id="rId39" Type="http://schemas.openxmlformats.org/officeDocument/2006/relationships/slide" Target="slides/slide31.xml"/><Relationship Id="rId16" Type="http://schemas.openxmlformats.org/officeDocument/2006/relationships/slide" Target="slides/slide8.xml"/><Relationship Id="rId38" Type="http://schemas.openxmlformats.org/officeDocument/2006/relationships/slide" Target="slides/slide30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97" name="Google Shape;19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8" name="Google Shape;198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14" name="Google Shape;214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5" name="Google Shape;215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25" name="Google Shape;325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6" name="Google Shape;326;p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1" name="Google Shape;31;p3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 txBox="1"/>
          <p:nvPr>
            <p:ph type="title"/>
          </p:nvPr>
        </p:nvSpPr>
        <p:spPr>
          <a:xfrm rot="5400000">
            <a:off x="4743450" y="2381250"/>
            <a:ext cx="5486400" cy="19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 rot="5400000">
            <a:off x="781050" y="514350"/>
            <a:ext cx="5486400" cy="56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" type="body"/>
          </p:nvPr>
        </p:nvSpPr>
        <p:spPr>
          <a:xfrm rot="5400000">
            <a:off x="2514600" y="152400"/>
            <a:ext cx="4114800" cy="7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imes New Roman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imes New Roman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imes New Roman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imes New Roman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imes New Roman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imes New Roman"/>
              <a:buNone/>
              <a:defRPr sz="900"/>
            </a:lvl9pPr>
          </a:lstStyle>
          <a:p/>
        </p:txBody>
      </p:sp>
      <p:sp>
        <p:nvSpPr>
          <p:cNvPr id="50" name="Google Shape;50;p6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Char char="»"/>
              <a:defRPr sz="2000"/>
            </a:lvl9pPr>
          </a:lstStyle>
          <a:p/>
        </p:txBody>
      </p:sp>
      <p:sp>
        <p:nvSpPr>
          <p:cNvPr id="56" name="Google Shape;56;p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imes New Roman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imes New Roman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imes New Roman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imes New Roman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imes New Roman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imes New Roman"/>
              <a:buNone/>
              <a:defRPr sz="900"/>
            </a:lvl9pPr>
          </a:lstStyle>
          <a:p/>
        </p:txBody>
      </p:sp>
      <p:sp>
        <p:nvSpPr>
          <p:cNvPr id="57" name="Google Shape;57;p7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7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8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None/>
              <a:defRPr b="1"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»"/>
              <a:defRPr sz="1600"/>
            </a:lvl9pPr>
          </a:lstStyle>
          <a:p/>
        </p:txBody>
      </p:sp>
      <p:sp>
        <p:nvSpPr>
          <p:cNvPr id="69" name="Google Shape;69;p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None/>
              <a:defRPr b="1" sz="1600"/>
            </a:lvl9pPr>
          </a:lstStyle>
          <a:p/>
        </p:txBody>
      </p:sp>
      <p:sp>
        <p:nvSpPr>
          <p:cNvPr id="70" name="Google Shape;70;p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»"/>
              <a:defRPr sz="1600"/>
            </a:lvl9pPr>
          </a:lstStyle>
          <a:p/>
        </p:txBody>
      </p:sp>
      <p:sp>
        <p:nvSpPr>
          <p:cNvPr id="71" name="Google Shape;71;p9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9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9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0"/>
          <p:cNvSpPr txBox="1"/>
          <p:nvPr>
            <p:ph idx="1" type="body"/>
          </p:nvPr>
        </p:nvSpPr>
        <p:spPr>
          <a:xfrm>
            <a:off x="6858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»"/>
              <a:defRPr sz="1800"/>
            </a:lvl9pPr>
          </a:lstStyle>
          <a:p/>
        </p:txBody>
      </p:sp>
      <p:sp>
        <p:nvSpPr>
          <p:cNvPr id="77" name="Google Shape;77;p10"/>
          <p:cNvSpPr txBox="1"/>
          <p:nvPr>
            <p:ph idx="2" type="body"/>
          </p:nvPr>
        </p:nvSpPr>
        <p:spPr>
          <a:xfrm>
            <a:off x="46482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»"/>
              <a:defRPr sz="1800"/>
            </a:lvl9pPr>
          </a:lstStyle>
          <a:p/>
        </p:txBody>
      </p:sp>
      <p:sp>
        <p:nvSpPr>
          <p:cNvPr id="78" name="Google Shape;78;p10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0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0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sz="1400"/>
            </a:lvl9pPr>
          </a:lstStyle>
          <a:p/>
        </p:txBody>
      </p:sp>
      <p:sp>
        <p:nvSpPr>
          <p:cNvPr id="84" name="Google Shape;84;p11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1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1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3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05" name="Google Shape;105;p13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3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3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 txBox="1"/>
          <p:nvPr>
            <p:ph type="title"/>
          </p:nvPr>
        </p:nvSpPr>
        <p:spPr>
          <a:xfrm>
            <a:off x="762000" y="533400"/>
            <a:ext cx="7696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5"/>
          <p:cNvSpPr txBox="1"/>
          <p:nvPr>
            <p:ph idx="1" type="body"/>
          </p:nvPr>
        </p:nvSpPr>
        <p:spPr>
          <a:xfrm>
            <a:off x="762000" y="1905000"/>
            <a:ext cx="76962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indent="-400050" lvl="1" marL="914400" algn="l">
              <a:spcBef>
                <a:spcPts val="360"/>
              </a:spcBef>
              <a:spcAft>
                <a:spcPts val="0"/>
              </a:spcAft>
              <a:buSzPts val="2700"/>
              <a:buChar char="•"/>
              <a:defRPr/>
            </a:lvl2pPr>
            <a:lvl3pPr indent="-400050" lvl="2" marL="1371600" algn="l">
              <a:spcBef>
                <a:spcPts val="360"/>
              </a:spcBef>
              <a:spcAft>
                <a:spcPts val="0"/>
              </a:spcAft>
              <a:buSzPts val="2700"/>
              <a:buChar char="•"/>
              <a:defRPr/>
            </a:lvl3pPr>
            <a:lvl4pPr indent="-400050" lvl="3" marL="1828800" algn="l">
              <a:spcBef>
                <a:spcPts val="360"/>
              </a:spcBef>
              <a:spcAft>
                <a:spcPts val="0"/>
              </a:spcAft>
              <a:buSzPts val="2700"/>
              <a:buChar char="•"/>
              <a:defRPr/>
            </a:lvl4pPr>
            <a:lvl5pPr indent="-400050" lvl="4" marL="2286000" algn="l">
              <a:spcBef>
                <a:spcPts val="360"/>
              </a:spcBef>
              <a:spcAft>
                <a:spcPts val="0"/>
              </a:spcAft>
              <a:buSzPts val="2700"/>
              <a:buChar char="•"/>
              <a:defRPr/>
            </a:lvl5pPr>
            <a:lvl6pPr indent="-400050" lvl="5" marL="2743200" algn="l">
              <a:spcBef>
                <a:spcPts val="360"/>
              </a:spcBef>
              <a:spcAft>
                <a:spcPts val="0"/>
              </a:spcAft>
              <a:buSzPts val="2700"/>
              <a:buChar char="•"/>
              <a:defRPr/>
            </a:lvl6pPr>
            <a:lvl7pPr indent="-400050" lvl="6" marL="3200400" algn="l">
              <a:spcBef>
                <a:spcPts val="360"/>
              </a:spcBef>
              <a:spcAft>
                <a:spcPts val="0"/>
              </a:spcAft>
              <a:buSzPts val="2700"/>
              <a:buChar char="•"/>
              <a:defRPr/>
            </a:lvl7pPr>
            <a:lvl8pPr indent="-400050" lvl="7" marL="3657600" algn="l">
              <a:spcBef>
                <a:spcPts val="360"/>
              </a:spcBef>
              <a:spcAft>
                <a:spcPts val="0"/>
              </a:spcAft>
              <a:buSzPts val="2700"/>
              <a:buChar char="•"/>
              <a:defRPr/>
            </a:lvl8pPr>
            <a:lvl9pPr indent="-400050" lvl="8" marL="4114800" algn="l">
              <a:spcBef>
                <a:spcPts val="360"/>
              </a:spcBef>
              <a:spcAft>
                <a:spcPts val="0"/>
              </a:spcAft>
              <a:buSzPts val="2700"/>
              <a:buChar char="•"/>
              <a:defRPr/>
            </a:lvl9pPr>
          </a:lstStyle>
          <a:p/>
        </p:txBody>
      </p:sp>
      <p:sp>
        <p:nvSpPr>
          <p:cNvPr id="120" name="Google Shape;120;p15"/>
          <p:cNvSpPr txBox="1"/>
          <p:nvPr>
            <p:ph idx="10" type="dt"/>
          </p:nvPr>
        </p:nvSpPr>
        <p:spPr>
          <a:xfrm>
            <a:off x="762000" y="6391275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5"/>
          <p:cNvSpPr txBox="1"/>
          <p:nvPr>
            <p:ph idx="11" type="ftr"/>
          </p:nvPr>
        </p:nvSpPr>
        <p:spPr>
          <a:xfrm>
            <a:off x="3352800" y="6403975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5"/>
          <p:cNvSpPr txBox="1"/>
          <p:nvPr>
            <p:ph idx="12" type="sldNum"/>
          </p:nvPr>
        </p:nvSpPr>
        <p:spPr>
          <a:xfrm>
            <a:off x="6858000" y="6400800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6"/>
          <p:cNvSpPr txBox="1"/>
          <p:nvPr>
            <p:ph type="title"/>
          </p:nvPr>
        </p:nvSpPr>
        <p:spPr>
          <a:xfrm rot="5400000">
            <a:off x="4791075" y="2276475"/>
            <a:ext cx="5410200" cy="1924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6"/>
          <p:cNvSpPr txBox="1"/>
          <p:nvPr>
            <p:ph idx="1" type="body"/>
          </p:nvPr>
        </p:nvSpPr>
        <p:spPr>
          <a:xfrm rot="5400000">
            <a:off x="866775" y="428625"/>
            <a:ext cx="5410200" cy="5619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indent="-400050" lvl="1" marL="914400" algn="l">
              <a:spcBef>
                <a:spcPts val="360"/>
              </a:spcBef>
              <a:spcAft>
                <a:spcPts val="0"/>
              </a:spcAft>
              <a:buSzPts val="2700"/>
              <a:buChar char="•"/>
              <a:defRPr/>
            </a:lvl2pPr>
            <a:lvl3pPr indent="-400050" lvl="2" marL="1371600" algn="l">
              <a:spcBef>
                <a:spcPts val="360"/>
              </a:spcBef>
              <a:spcAft>
                <a:spcPts val="0"/>
              </a:spcAft>
              <a:buSzPts val="2700"/>
              <a:buChar char="•"/>
              <a:defRPr/>
            </a:lvl3pPr>
            <a:lvl4pPr indent="-400050" lvl="3" marL="1828800" algn="l">
              <a:spcBef>
                <a:spcPts val="360"/>
              </a:spcBef>
              <a:spcAft>
                <a:spcPts val="0"/>
              </a:spcAft>
              <a:buSzPts val="2700"/>
              <a:buChar char="•"/>
              <a:defRPr/>
            </a:lvl4pPr>
            <a:lvl5pPr indent="-400050" lvl="4" marL="2286000" algn="l">
              <a:spcBef>
                <a:spcPts val="360"/>
              </a:spcBef>
              <a:spcAft>
                <a:spcPts val="0"/>
              </a:spcAft>
              <a:buSzPts val="2700"/>
              <a:buChar char="•"/>
              <a:defRPr/>
            </a:lvl5pPr>
            <a:lvl6pPr indent="-400050" lvl="5" marL="2743200" algn="l">
              <a:spcBef>
                <a:spcPts val="360"/>
              </a:spcBef>
              <a:spcAft>
                <a:spcPts val="0"/>
              </a:spcAft>
              <a:buSzPts val="2700"/>
              <a:buChar char="•"/>
              <a:defRPr/>
            </a:lvl6pPr>
            <a:lvl7pPr indent="-400050" lvl="6" marL="3200400" algn="l">
              <a:spcBef>
                <a:spcPts val="360"/>
              </a:spcBef>
              <a:spcAft>
                <a:spcPts val="0"/>
              </a:spcAft>
              <a:buSzPts val="2700"/>
              <a:buChar char="•"/>
              <a:defRPr/>
            </a:lvl7pPr>
            <a:lvl8pPr indent="-400050" lvl="7" marL="3657600" algn="l">
              <a:spcBef>
                <a:spcPts val="360"/>
              </a:spcBef>
              <a:spcAft>
                <a:spcPts val="0"/>
              </a:spcAft>
              <a:buSzPts val="2700"/>
              <a:buChar char="•"/>
              <a:defRPr/>
            </a:lvl8pPr>
            <a:lvl9pPr indent="-400050" lvl="8" marL="4114800" algn="l">
              <a:spcBef>
                <a:spcPts val="360"/>
              </a:spcBef>
              <a:spcAft>
                <a:spcPts val="0"/>
              </a:spcAft>
              <a:buSzPts val="2700"/>
              <a:buChar char="•"/>
              <a:defRPr/>
            </a:lvl9pPr>
          </a:lstStyle>
          <a:p/>
        </p:txBody>
      </p:sp>
      <p:sp>
        <p:nvSpPr>
          <p:cNvPr id="126" name="Google Shape;126;p16"/>
          <p:cNvSpPr txBox="1"/>
          <p:nvPr>
            <p:ph idx="10" type="dt"/>
          </p:nvPr>
        </p:nvSpPr>
        <p:spPr>
          <a:xfrm>
            <a:off x="762000" y="6391275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16"/>
          <p:cNvSpPr txBox="1"/>
          <p:nvPr>
            <p:ph idx="11" type="ftr"/>
          </p:nvPr>
        </p:nvSpPr>
        <p:spPr>
          <a:xfrm>
            <a:off x="3352800" y="6403975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6"/>
          <p:cNvSpPr txBox="1"/>
          <p:nvPr>
            <p:ph idx="12" type="sldNum"/>
          </p:nvPr>
        </p:nvSpPr>
        <p:spPr>
          <a:xfrm>
            <a:off x="6858000" y="6400800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/>
          <p:cNvSpPr txBox="1"/>
          <p:nvPr>
            <p:ph type="title"/>
          </p:nvPr>
        </p:nvSpPr>
        <p:spPr>
          <a:xfrm>
            <a:off x="762000" y="533400"/>
            <a:ext cx="7696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7"/>
          <p:cNvSpPr txBox="1"/>
          <p:nvPr>
            <p:ph idx="1" type="body"/>
          </p:nvPr>
        </p:nvSpPr>
        <p:spPr>
          <a:xfrm rot="5400000">
            <a:off x="2590800" y="76200"/>
            <a:ext cx="4038600" cy="76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indent="-400050" lvl="1" marL="914400" algn="l">
              <a:spcBef>
                <a:spcPts val="360"/>
              </a:spcBef>
              <a:spcAft>
                <a:spcPts val="0"/>
              </a:spcAft>
              <a:buSzPts val="2700"/>
              <a:buChar char="•"/>
              <a:defRPr/>
            </a:lvl2pPr>
            <a:lvl3pPr indent="-400050" lvl="2" marL="1371600" algn="l">
              <a:spcBef>
                <a:spcPts val="360"/>
              </a:spcBef>
              <a:spcAft>
                <a:spcPts val="0"/>
              </a:spcAft>
              <a:buSzPts val="2700"/>
              <a:buChar char="•"/>
              <a:defRPr/>
            </a:lvl3pPr>
            <a:lvl4pPr indent="-400050" lvl="3" marL="1828800" algn="l">
              <a:spcBef>
                <a:spcPts val="360"/>
              </a:spcBef>
              <a:spcAft>
                <a:spcPts val="0"/>
              </a:spcAft>
              <a:buSzPts val="2700"/>
              <a:buChar char="•"/>
              <a:defRPr/>
            </a:lvl4pPr>
            <a:lvl5pPr indent="-400050" lvl="4" marL="2286000" algn="l">
              <a:spcBef>
                <a:spcPts val="360"/>
              </a:spcBef>
              <a:spcAft>
                <a:spcPts val="0"/>
              </a:spcAft>
              <a:buSzPts val="2700"/>
              <a:buChar char="•"/>
              <a:defRPr/>
            </a:lvl5pPr>
            <a:lvl6pPr indent="-400050" lvl="5" marL="2743200" algn="l">
              <a:spcBef>
                <a:spcPts val="360"/>
              </a:spcBef>
              <a:spcAft>
                <a:spcPts val="0"/>
              </a:spcAft>
              <a:buSzPts val="2700"/>
              <a:buChar char="•"/>
              <a:defRPr/>
            </a:lvl6pPr>
            <a:lvl7pPr indent="-400050" lvl="6" marL="3200400" algn="l">
              <a:spcBef>
                <a:spcPts val="360"/>
              </a:spcBef>
              <a:spcAft>
                <a:spcPts val="0"/>
              </a:spcAft>
              <a:buSzPts val="2700"/>
              <a:buChar char="•"/>
              <a:defRPr/>
            </a:lvl7pPr>
            <a:lvl8pPr indent="-400050" lvl="7" marL="3657600" algn="l">
              <a:spcBef>
                <a:spcPts val="360"/>
              </a:spcBef>
              <a:spcAft>
                <a:spcPts val="0"/>
              </a:spcAft>
              <a:buSzPts val="2700"/>
              <a:buChar char="•"/>
              <a:defRPr/>
            </a:lvl8pPr>
            <a:lvl9pPr indent="-400050" lvl="8" marL="4114800" algn="l">
              <a:spcBef>
                <a:spcPts val="360"/>
              </a:spcBef>
              <a:spcAft>
                <a:spcPts val="0"/>
              </a:spcAft>
              <a:buSzPts val="2700"/>
              <a:buChar char="•"/>
              <a:defRPr/>
            </a:lvl9pPr>
          </a:lstStyle>
          <a:p/>
        </p:txBody>
      </p:sp>
      <p:sp>
        <p:nvSpPr>
          <p:cNvPr id="132" name="Google Shape;132;p17"/>
          <p:cNvSpPr txBox="1"/>
          <p:nvPr>
            <p:ph idx="10" type="dt"/>
          </p:nvPr>
        </p:nvSpPr>
        <p:spPr>
          <a:xfrm>
            <a:off x="762000" y="6391275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17"/>
          <p:cNvSpPr txBox="1"/>
          <p:nvPr>
            <p:ph idx="11" type="ftr"/>
          </p:nvPr>
        </p:nvSpPr>
        <p:spPr>
          <a:xfrm>
            <a:off x="3352800" y="6403975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7"/>
          <p:cNvSpPr txBox="1"/>
          <p:nvPr>
            <p:ph idx="12" type="sldNum"/>
          </p:nvPr>
        </p:nvSpPr>
        <p:spPr>
          <a:xfrm>
            <a:off x="6858000" y="6400800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8" name="Google Shape;138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8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5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135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135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135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135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135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1350"/>
              <a:buFont typeface="Arial"/>
              <a:buNone/>
              <a:defRPr sz="900"/>
            </a:lvl9pPr>
          </a:lstStyle>
          <a:p/>
        </p:txBody>
      </p:sp>
      <p:sp>
        <p:nvSpPr>
          <p:cNvPr id="139" name="Google Shape;139;p18"/>
          <p:cNvSpPr txBox="1"/>
          <p:nvPr>
            <p:ph idx="10" type="dt"/>
          </p:nvPr>
        </p:nvSpPr>
        <p:spPr>
          <a:xfrm>
            <a:off x="762000" y="6391275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18"/>
          <p:cNvSpPr txBox="1"/>
          <p:nvPr>
            <p:ph idx="11" type="ftr"/>
          </p:nvPr>
        </p:nvSpPr>
        <p:spPr>
          <a:xfrm>
            <a:off x="3352800" y="6403975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18"/>
          <p:cNvSpPr txBox="1"/>
          <p:nvPr>
            <p:ph idx="12" type="sldNum"/>
          </p:nvPr>
        </p:nvSpPr>
        <p:spPr>
          <a:xfrm>
            <a:off x="6858000" y="6400800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0840" lvl="0" marL="457200" algn="l">
              <a:spcBef>
                <a:spcPts val="640"/>
              </a:spcBef>
              <a:spcAft>
                <a:spcPts val="0"/>
              </a:spcAft>
              <a:buSzPts val="2240"/>
              <a:buChar char="●"/>
              <a:defRPr sz="3200"/>
            </a:lvl1pPr>
            <a:lvl2pPr indent="-495300" lvl="1" marL="914400" algn="l">
              <a:spcBef>
                <a:spcPts val="560"/>
              </a:spcBef>
              <a:spcAft>
                <a:spcPts val="0"/>
              </a:spcAft>
              <a:buSzPts val="4200"/>
              <a:buFont typeface="Arial"/>
              <a:buChar char="•"/>
              <a:defRPr sz="2800"/>
            </a:lvl2pPr>
            <a:lvl3pPr indent="-457200" lvl="2" marL="1371600" algn="l">
              <a:spcBef>
                <a:spcPts val="480"/>
              </a:spcBef>
              <a:spcAft>
                <a:spcPts val="0"/>
              </a:spcAft>
              <a:buSzPts val="3600"/>
              <a:buFont typeface="Arial"/>
              <a:buChar char="•"/>
              <a:defRPr sz="2400"/>
            </a:lvl3pPr>
            <a:lvl4pPr indent="-419100" lvl="3" marL="1828800" algn="l">
              <a:spcBef>
                <a:spcPts val="400"/>
              </a:spcBef>
              <a:spcAft>
                <a:spcPts val="0"/>
              </a:spcAft>
              <a:buSzPts val="3000"/>
              <a:buFont typeface="Arial"/>
              <a:buChar char="•"/>
              <a:defRPr sz="2000"/>
            </a:lvl4pPr>
            <a:lvl5pPr indent="-419100" lvl="4" marL="2286000" algn="l">
              <a:spcBef>
                <a:spcPts val="400"/>
              </a:spcBef>
              <a:spcAft>
                <a:spcPts val="0"/>
              </a:spcAft>
              <a:buSzPts val="3000"/>
              <a:buFont typeface="Arial"/>
              <a:buChar char="•"/>
              <a:defRPr sz="2000"/>
            </a:lvl5pPr>
            <a:lvl6pPr indent="-419100" lvl="5" marL="2743200" algn="l">
              <a:spcBef>
                <a:spcPts val="400"/>
              </a:spcBef>
              <a:spcAft>
                <a:spcPts val="0"/>
              </a:spcAft>
              <a:buSzPts val="3000"/>
              <a:buFont typeface="Arial"/>
              <a:buChar char="•"/>
              <a:defRPr sz="2000"/>
            </a:lvl6pPr>
            <a:lvl7pPr indent="-419100" lvl="6" marL="3200400" algn="l">
              <a:spcBef>
                <a:spcPts val="400"/>
              </a:spcBef>
              <a:spcAft>
                <a:spcPts val="0"/>
              </a:spcAft>
              <a:buSzPts val="3000"/>
              <a:buFont typeface="Arial"/>
              <a:buChar char="•"/>
              <a:defRPr sz="2000"/>
            </a:lvl7pPr>
            <a:lvl8pPr indent="-419100" lvl="7" marL="3657600" algn="l">
              <a:spcBef>
                <a:spcPts val="400"/>
              </a:spcBef>
              <a:spcAft>
                <a:spcPts val="0"/>
              </a:spcAft>
              <a:buSzPts val="3000"/>
              <a:buFont typeface="Arial"/>
              <a:buChar char="•"/>
              <a:defRPr sz="2000"/>
            </a:lvl8pPr>
            <a:lvl9pPr indent="-419100" lvl="8" marL="4114800" algn="l">
              <a:spcBef>
                <a:spcPts val="400"/>
              </a:spcBef>
              <a:spcAft>
                <a:spcPts val="0"/>
              </a:spcAft>
              <a:buSzPts val="3000"/>
              <a:buFont typeface="Arial"/>
              <a:buChar char="•"/>
              <a:defRPr sz="2000"/>
            </a:lvl9pPr>
          </a:lstStyle>
          <a:p/>
        </p:txBody>
      </p:sp>
      <p:sp>
        <p:nvSpPr>
          <p:cNvPr id="145" name="Google Shape;145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8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5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135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135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135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135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135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1350"/>
              <a:buFont typeface="Arial"/>
              <a:buNone/>
              <a:defRPr sz="900"/>
            </a:lvl9pPr>
          </a:lstStyle>
          <a:p/>
        </p:txBody>
      </p:sp>
      <p:sp>
        <p:nvSpPr>
          <p:cNvPr id="146" name="Google Shape;146;p19"/>
          <p:cNvSpPr txBox="1"/>
          <p:nvPr>
            <p:ph idx="10" type="dt"/>
          </p:nvPr>
        </p:nvSpPr>
        <p:spPr>
          <a:xfrm>
            <a:off x="762000" y="6391275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19"/>
          <p:cNvSpPr txBox="1"/>
          <p:nvPr>
            <p:ph idx="11" type="ftr"/>
          </p:nvPr>
        </p:nvSpPr>
        <p:spPr>
          <a:xfrm>
            <a:off x="3352800" y="6403975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19"/>
          <p:cNvSpPr txBox="1"/>
          <p:nvPr>
            <p:ph idx="12" type="sldNum"/>
          </p:nvPr>
        </p:nvSpPr>
        <p:spPr>
          <a:xfrm>
            <a:off x="6858000" y="6400800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0"/>
          <p:cNvSpPr txBox="1"/>
          <p:nvPr>
            <p:ph idx="10" type="dt"/>
          </p:nvPr>
        </p:nvSpPr>
        <p:spPr>
          <a:xfrm>
            <a:off x="762000" y="6391275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0"/>
          <p:cNvSpPr txBox="1"/>
          <p:nvPr>
            <p:ph idx="11" type="ftr"/>
          </p:nvPr>
        </p:nvSpPr>
        <p:spPr>
          <a:xfrm>
            <a:off x="3352800" y="6403975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0"/>
          <p:cNvSpPr txBox="1"/>
          <p:nvPr>
            <p:ph idx="12" type="sldNum"/>
          </p:nvPr>
        </p:nvSpPr>
        <p:spPr>
          <a:xfrm>
            <a:off x="6858000" y="6400800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/>
          <p:cNvSpPr txBox="1"/>
          <p:nvPr>
            <p:ph type="title"/>
          </p:nvPr>
        </p:nvSpPr>
        <p:spPr>
          <a:xfrm>
            <a:off x="762000" y="533400"/>
            <a:ext cx="7696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21"/>
          <p:cNvSpPr txBox="1"/>
          <p:nvPr>
            <p:ph idx="10" type="dt"/>
          </p:nvPr>
        </p:nvSpPr>
        <p:spPr>
          <a:xfrm>
            <a:off x="762000" y="6391275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21"/>
          <p:cNvSpPr txBox="1"/>
          <p:nvPr>
            <p:ph idx="11" type="ftr"/>
          </p:nvPr>
        </p:nvSpPr>
        <p:spPr>
          <a:xfrm>
            <a:off x="3352800" y="6403975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1"/>
          <p:cNvSpPr txBox="1"/>
          <p:nvPr>
            <p:ph idx="12" type="sldNum"/>
          </p:nvPr>
        </p:nvSpPr>
        <p:spPr>
          <a:xfrm>
            <a:off x="6858000" y="6400800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68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3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27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24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24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24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24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24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2400"/>
              <a:buFont typeface="Arial"/>
              <a:buNone/>
              <a:defRPr b="1" sz="1600"/>
            </a:lvl9pPr>
          </a:lstStyle>
          <a:p/>
        </p:txBody>
      </p:sp>
      <p:sp>
        <p:nvSpPr>
          <p:cNvPr id="161" name="Google Shape;161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spcBef>
                <a:spcPts val="480"/>
              </a:spcBef>
              <a:spcAft>
                <a:spcPts val="0"/>
              </a:spcAft>
              <a:buSzPts val="1680"/>
              <a:buChar char="●"/>
              <a:defRPr sz="2400"/>
            </a:lvl1pPr>
            <a:lvl2pPr indent="-419100" lvl="1" marL="914400" algn="l">
              <a:spcBef>
                <a:spcPts val="400"/>
              </a:spcBef>
              <a:spcAft>
                <a:spcPts val="0"/>
              </a:spcAft>
              <a:buSzPts val="3000"/>
              <a:buFont typeface="Arial"/>
              <a:buChar char="•"/>
              <a:defRPr sz="2000"/>
            </a:lvl2pPr>
            <a:lvl3pPr indent="-400050" lvl="2" marL="1371600" algn="l">
              <a:spcBef>
                <a:spcPts val="360"/>
              </a:spcBef>
              <a:spcAft>
                <a:spcPts val="0"/>
              </a:spcAft>
              <a:buSzPts val="2700"/>
              <a:buFont typeface="Arial"/>
              <a:buChar char="•"/>
              <a:defRPr sz="1800"/>
            </a:lvl3pPr>
            <a:lvl4pPr indent="-381000" lvl="3" marL="1828800" algn="l">
              <a:spcBef>
                <a:spcPts val="320"/>
              </a:spcBef>
              <a:spcAft>
                <a:spcPts val="0"/>
              </a:spcAft>
              <a:buSzPts val="2400"/>
              <a:buFont typeface="Arial"/>
              <a:buChar char="•"/>
              <a:defRPr sz="1600"/>
            </a:lvl4pPr>
            <a:lvl5pPr indent="-381000" lvl="4" marL="2286000" algn="l">
              <a:spcBef>
                <a:spcPts val="320"/>
              </a:spcBef>
              <a:spcAft>
                <a:spcPts val="0"/>
              </a:spcAft>
              <a:buSzPts val="2400"/>
              <a:buFont typeface="Arial"/>
              <a:buChar char="•"/>
              <a:defRPr sz="1600"/>
            </a:lvl5pPr>
            <a:lvl6pPr indent="-381000" lvl="5" marL="2743200" algn="l">
              <a:spcBef>
                <a:spcPts val="320"/>
              </a:spcBef>
              <a:spcAft>
                <a:spcPts val="0"/>
              </a:spcAft>
              <a:buSzPts val="2400"/>
              <a:buFont typeface="Arial"/>
              <a:buChar char="•"/>
              <a:defRPr sz="1600"/>
            </a:lvl6pPr>
            <a:lvl7pPr indent="-381000" lvl="6" marL="3200400" algn="l">
              <a:spcBef>
                <a:spcPts val="320"/>
              </a:spcBef>
              <a:spcAft>
                <a:spcPts val="0"/>
              </a:spcAft>
              <a:buSzPts val="2400"/>
              <a:buFont typeface="Arial"/>
              <a:buChar char="•"/>
              <a:defRPr sz="1600"/>
            </a:lvl7pPr>
            <a:lvl8pPr indent="-381000" lvl="7" marL="3657600" algn="l">
              <a:spcBef>
                <a:spcPts val="320"/>
              </a:spcBef>
              <a:spcAft>
                <a:spcPts val="0"/>
              </a:spcAft>
              <a:buSzPts val="2400"/>
              <a:buFont typeface="Arial"/>
              <a:buChar char="•"/>
              <a:defRPr sz="1600"/>
            </a:lvl8pPr>
            <a:lvl9pPr indent="-381000" lvl="8" marL="4114800" algn="l">
              <a:spcBef>
                <a:spcPts val="320"/>
              </a:spcBef>
              <a:spcAft>
                <a:spcPts val="0"/>
              </a:spcAft>
              <a:buSzPts val="2400"/>
              <a:buFont typeface="Arial"/>
              <a:buChar char="•"/>
              <a:defRPr sz="1600"/>
            </a:lvl9pPr>
          </a:lstStyle>
          <a:p/>
        </p:txBody>
      </p:sp>
      <p:sp>
        <p:nvSpPr>
          <p:cNvPr id="162" name="Google Shape;162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68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3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27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24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24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24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24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24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2400"/>
              <a:buFont typeface="Arial"/>
              <a:buNone/>
              <a:defRPr b="1" sz="1600"/>
            </a:lvl9pPr>
          </a:lstStyle>
          <a:p/>
        </p:txBody>
      </p:sp>
      <p:sp>
        <p:nvSpPr>
          <p:cNvPr id="163" name="Google Shape;163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spcBef>
                <a:spcPts val="480"/>
              </a:spcBef>
              <a:spcAft>
                <a:spcPts val="0"/>
              </a:spcAft>
              <a:buSzPts val="1680"/>
              <a:buChar char="●"/>
              <a:defRPr sz="2400"/>
            </a:lvl1pPr>
            <a:lvl2pPr indent="-419100" lvl="1" marL="914400" algn="l">
              <a:spcBef>
                <a:spcPts val="400"/>
              </a:spcBef>
              <a:spcAft>
                <a:spcPts val="0"/>
              </a:spcAft>
              <a:buSzPts val="3000"/>
              <a:buFont typeface="Arial"/>
              <a:buChar char="•"/>
              <a:defRPr sz="2000"/>
            </a:lvl2pPr>
            <a:lvl3pPr indent="-400050" lvl="2" marL="1371600" algn="l">
              <a:spcBef>
                <a:spcPts val="360"/>
              </a:spcBef>
              <a:spcAft>
                <a:spcPts val="0"/>
              </a:spcAft>
              <a:buSzPts val="2700"/>
              <a:buFont typeface="Arial"/>
              <a:buChar char="•"/>
              <a:defRPr sz="1800"/>
            </a:lvl3pPr>
            <a:lvl4pPr indent="-381000" lvl="3" marL="1828800" algn="l">
              <a:spcBef>
                <a:spcPts val="320"/>
              </a:spcBef>
              <a:spcAft>
                <a:spcPts val="0"/>
              </a:spcAft>
              <a:buSzPts val="2400"/>
              <a:buFont typeface="Arial"/>
              <a:buChar char="•"/>
              <a:defRPr sz="1600"/>
            </a:lvl4pPr>
            <a:lvl5pPr indent="-381000" lvl="4" marL="2286000" algn="l">
              <a:spcBef>
                <a:spcPts val="320"/>
              </a:spcBef>
              <a:spcAft>
                <a:spcPts val="0"/>
              </a:spcAft>
              <a:buSzPts val="2400"/>
              <a:buFont typeface="Arial"/>
              <a:buChar char="•"/>
              <a:defRPr sz="1600"/>
            </a:lvl5pPr>
            <a:lvl6pPr indent="-381000" lvl="5" marL="2743200" algn="l">
              <a:spcBef>
                <a:spcPts val="320"/>
              </a:spcBef>
              <a:spcAft>
                <a:spcPts val="0"/>
              </a:spcAft>
              <a:buSzPts val="2400"/>
              <a:buFont typeface="Arial"/>
              <a:buChar char="•"/>
              <a:defRPr sz="1600"/>
            </a:lvl6pPr>
            <a:lvl7pPr indent="-381000" lvl="6" marL="3200400" algn="l">
              <a:spcBef>
                <a:spcPts val="320"/>
              </a:spcBef>
              <a:spcAft>
                <a:spcPts val="0"/>
              </a:spcAft>
              <a:buSzPts val="2400"/>
              <a:buFont typeface="Arial"/>
              <a:buChar char="•"/>
              <a:defRPr sz="1600"/>
            </a:lvl7pPr>
            <a:lvl8pPr indent="-381000" lvl="7" marL="3657600" algn="l">
              <a:spcBef>
                <a:spcPts val="320"/>
              </a:spcBef>
              <a:spcAft>
                <a:spcPts val="0"/>
              </a:spcAft>
              <a:buSzPts val="2400"/>
              <a:buFont typeface="Arial"/>
              <a:buChar char="•"/>
              <a:defRPr sz="1600"/>
            </a:lvl8pPr>
            <a:lvl9pPr indent="-381000" lvl="8" marL="4114800" algn="l">
              <a:spcBef>
                <a:spcPts val="320"/>
              </a:spcBef>
              <a:spcAft>
                <a:spcPts val="0"/>
              </a:spcAft>
              <a:buSzPts val="2400"/>
              <a:buFont typeface="Arial"/>
              <a:buChar char="•"/>
              <a:defRPr sz="1600"/>
            </a:lvl9pPr>
          </a:lstStyle>
          <a:p/>
        </p:txBody>
      </p:sp>
      <p:sp>
        <p:nvSpPr>
          <p:cNvPr id="164" name="Google Shape;164;p22"/>
          <p:cNvSpPr txBox="1"/>
          <p:nvPr>
            <p:ph idx="10" type="dt"/>
          </p:nvPr>
        </p:nvSpPr>
        <p:spPr>
          <a:xfrm>
            <a:off x="762000" y="6391275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22"/>
          <p:cNvSpPr txBox="1"/>
          <p:nvPr>
            <p:ph idx="11" type="ftr"/>
          </p:nvPr>
        </p:nvSpPr>
        <p:spPr>
          <a:xfrm>
            <a:off x="3352800" y="6403975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22"/>
          <p:cNvSpPr txBox="1"/>
          <p:nvPr>
            <p:ph idx="12" type="sldNum"/>
          </p:nvPr>
        </p:nvSpPr>
        <p:spPr>
          <a:xfrm>
            <a:off x="6858000" y="6400800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3"/>
          <p:cNvSpPr txBox="1"/>
          <p:nvPr>
            <p:ph type="title"/>
          </p:nvPr>
        </p:nvSpPr>
        <p:spPr>
          <a:xfrm>
            <a:off x="762000" y="533400"/>
            <a:ext cx="7696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23"/>
          <p:cNvSpPr txBox="1"/>
          <p:nvPr>
            <p:ph idx="1" type="body"/>
          </p:nvPr>
        </p:nvSpPr>
        <p:spPr>
          <a:xfrm>
            <a:off x="762000" y="1905000"/>
            <a:ext cx="37719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3060" lvl="0" marL="457200" algn="l">
              <a:spcBef>
                <a:spcPts val="560"/>
              </a:spcBef>
              <a:spcAft>
                <a:spcPts val="0"/>
              </a:spcAft>
              <a:buSzPts val="1960"/>
              <a:buChar char="●"/>
              <a:defRPr sz="2800"/>
            </a:lvl1pPr>
            <a:lvl2pPr indent="-457200" lvl="1" marL="914400" algn="l">
              <a:spcBef>
                <a:spcPts val="480"/>
              </a:spcBef>
              <a:spcAft>
                <a:spcPts val="0"/>
              </a:spcAft>
              <a:buSzPts val="3600"/>
              <a:buFont typeface="Arial"/>
              <a:buChar char="•"/>
              <a:defRPr sz="2400"/>
            </a:lvl2pPr>
            <a:lvl3pPr indent="-419100" lvl="2" marL="1371600" algn="l">
              <a:spcBef>
                <a:spcPts val="400"/>
              </a:spcBef>
              <a:spcAft>
                <a:spcPts val="0"/>
              </a:spcAft>
              <a:buSzPts val="3000"/>
              <a:buFont typeface="Arial"/>
              <a:buChar char="•"/>
              <a:defRPr sz="2000"/>
            </a:lvl3pPr>
            <a:lvl4pPr indent="-400050" lvl="3" marL="1828800" algn="l">
              <a:spcBef>
                <a:spcPts val="360"/>
              </a:spcBef>
              <a:spcAft>
                <a:spcPts val="0"/>
              </a:spcAft>
              <a:buSzPts val="2700"/>
              <a:buFont typeface="Arial"/>
              <a:buChar char="•"/>
              <a:defRPr sz="1800"/>
            </a:lvl4pPr>
            <a:lvl5pPr indent="-400050" lvl="4" marL="2286000" algn="l">
              <a:spcBef>
                <a:spcPts val="360"/>
              </a:spcBef>
              <a:spcAft>
                <a:spcPts val="0"/>
              </a:spcAft>
              <a:buSzPts val="2700"/>
              <a:buFont typeface="Arial"/>
              <a:buChar char="•"/>
              <a:defRPr sz="1800"/>
            </a:lvl5pPr>
            <a:lvl6pPr indent="-400050" lvl="5" marL="2743200" algn="l">
              <a:spcBef>
                <a:spcPts val="360"/>
              </a:spcBef>
              <a:spcAft>
                <a:spcPts val="0"/>
              </a:spcAft>
              <a:buSzPts val="2700"/>
              <a:buFont typeface="Arial"/>
              <a:buChar char="•"/>
              <a:defRPr sz="1800"/>
            </a:lvl6pPr>
            <a:lvl7pPr indent="-400050" lvl="6" marL="3200400" algn="l">
              <a:spcBef>
                <a:spcPts val="360"/>
              </a:spcBef>
              <a:spcAft>
                <a:spcPts val="0"/>
              </a:spcAft>
              <a:buSzPts val="2700"/>
              <a:buFont typeface="Arial"/>
              <a:buChar char="•"/>
              <a:defRPr sz="1800"/>
            </a:lvl7pPr>
            <a:lvl8pPr indent="-400050" lvl="7" marL="3657600" algn="l">
              <a:spcBef>
                <a:spcPts val="360"/>
              </a:spcBef>
              <a:spcAft>
                <a:spcPts val="0"/>
              </a:spcAft>
              <a:buSzPts val="2700"/>
              <a:buFont typeface="Arial"/>
              <a:buChar char="•"/>
              <a:defRPr sz="1800"/>
            </a:lvl8pPr>
            <a:lvl9pPr indent="-400050" lvl="8" marL="4114800" algn="l">
              <a:spcBef>
                <a:spcPts val="360"/>
              </a:spcBef>
              <a:spcAft>
                <a:spcPts val="0"/>
              </a:spcAft>
              <a:buSzPts val="2700"/>
              <a:buFont typeface="Arial"/>
              <a:buChar char="•"/>
              <a:defRPr sz="1800"/>
            </a:lvl9pPr>
          </a:lstStyle>
          <a:p/>
        </p:txBody>
      </p:sp>
      <p:sp>
        <p:nvSpPr>
          <p:cNvPr id="170" name="Google Shape;170;p23"/>
          <p:cNvSpPr txBox="1"/>
          <p:nvPr>
            <p:ph idx="2" type="body"/>
          </p:nvPr>
        </p:nvSpPr>
        <p:spPr>
          <a:xfrm>
            <a:off x="4686300" y="1905000"/>
            <a:ext cx="37719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3060" lvl="0" marL="457200" algn="l">
              <a:spcBef>
                <a:spcPts val="560"/>
              </a:spcBef>
              <a:spcAft>
                <a:spcPts val="0"/>
              </a:spcAft>
              <a:buSzPts val="1960"/>
              <a:buChar char="●"/>
              <a:defRPr sz="2800"/>
            </a:lvl1pPr>
            <a:lvl2pPr indent="-457200" lvl="1" marL="914400" algn="l">
              <a:spcBef>
                <a:spcPts val="480"/>
              </a:spcBef>
              <a:spcAft>
                <a:spcPts val="0"/>
              </a:spcAft>
              <a:buSzPts val="3600"/>
              <a:buFont typeface="Arial"/>
              <a:buChar char="•"/>
              <a:defRPr sz="2400"/>
            </a:lvl2pPr>
            <a:lvl3pPr indent="-419100" lvl="2" marL="1371600" algn="l">
              <a:spcBef>
                <a:spcPts val="400"/>
              </a:spcBef>
              <a:spcAft>
                <a:spcPts val="0"/>
              </a:spcAft>
              <a:buSzPts val="3000"/>
              <a:buFont typeface="Arial"/>
              <a:buChar char="•"/>
              <a:defRPr sz="2000"/>
            </a:lvl3pPr>
            <a:lvl4pPr indent="-400050" lvl="3" marL="1828800" algn="l">
              <a:spcBef>
                <a:spcPts val="360"/>
              </a:spcBef>
              <a:spcAft>
                <a:spcPts val="0"/>
              </a:spcAft>
              <a:buSzPts val="2700"/>
              <a:buFont typeface="Arial"/>
              <a:buChar char="•"/>
              <a:defRPr sz="1800"/>
            </a:lvl4pPr>
            <a:lvl5pPr indent="-400050" lvl="4" marL="2286000" algn="l">
              <a:spcBef>
                <a:spcPts val="360"/>
              </a:spcBef>
              <a:spcAft>
                <a:spcPts val="0"/>
              </a:spcAft>
              <a:buSzPts val="2700"/>
              <a:buFont typeface="Arial"/>
              <a:buChar char="•"/>
              <a:defRPr sz="1800"/>
            </a:lvl5pPr>
            <a:lvl6pPr indent="-400050" lvl="5" marL="2743200" algn="l">
              <a:spcBef>
                <a:spcPts val="360"/>
              </a:spcBef>
              <a:spcAft>
                <a:spcPts val="0"/>
              </a:spcAft>
              <a:buSzPts val="2700"/>
              <a:buFont typeface="Arial"/>
              <a:buChar char="•"/>
              <a:defRPr sz="1800"/>
            </a:lvl6pPr>
            <a:lvl7pPr indent="-400050" lvl="6" marL="3200400" algn="l">
              <a:spcBef>
                <a:spcPts val="360"/>
              </a:spcBef>
              <a:spcAft>
                <a:spcPts val="0"/>
              </a:spcAft>
              <a:buSzPts val="2700"/>
              <a:buFont typeface="Arial"/>
              <a:buChar char="•"/>
              <a:defRPr sz="1800"/>
            </a:lvl7pPr>
            <a:lvl8pPr indent="-400050" lvl="7" marL="3657600" algn="l">
              <a:spcBef>
                <a:spcPts val="360"/>
              </a:spcBef>
              <a:spcAft>
                <a:spcPts val="0"/>
              </a:spcAft>
              <a:buSzPts val="2700"/>
              <a:buFont typeface="Arial"/>
              <a:buChar char="•"/>
              <a:defRPr sz="1800"/>
            </a:lvl8pPr>
            <a:lvl9pPr indent="-400050" lvl="8" marL="4114800" algn="l">
              <a:spcBef>
                <a:spcPts val="360"/>
              </a:spcBef>
              <a:spcAft>
                <a:spcPts val="0"/>
              </a:spcAft>
              <a:buSzPts val="2700"/>
              <a:buFont typeface="Arial"/>
              <a:buChar char="•"/>
              <a:defRPr sz="1800"/>
            </a:lvl9pPr>
          </a:lstStyle>
          <a:p/>
        </p:txBody>
      </p:sp>
      <p:sp>
        <p:nvSpPr>
          <p:cNvPr id="171" name="Google Shape;171;p23"/>
          <p:cNvSpPr txBox="1"/>
          <p:nvPr>
            <p:ph idx="10" type="dt"/>
          </p:nvPr>
        </p:nvSpPr>
        <p:spPr>
          <a:xfrm>
            <a:off x="762000" y="6391275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3"/>
          <p:cNvSpPr txBox="1"/>
          <p:nvPr>
            <p:ph idx="11" type="ftr"/>
          </p:nvPr>
        </p:nvSpPr>
        <p:spPr>
          <a:xfrm>
            <a:off x="3352800" y="6403975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23"/>
          <p:cNvSpPr txBox="1"/>
          <p:nvPr>
            <p:ph idx="12" type="sldNum"/>
          </p:nvPr>
        </p:nvSpPr>
        <p:spPr>
          <a:xfrm>
            <a:off x="6858000" y="6400800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2700"/>
              <a:buFont typeface="Arial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2400"/>
              <a:buFont typeface="Arial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2100"/>
              <a:buFont typeface="Arial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2100"/>
              <a:buFont typeface="Arial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2100"/>
              <a:buFont typeface="Arial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2100"/>
              <a:buFont typeface="Arial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2100"/>
              <a:buFont typeface="Arial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2100"/>
              <a:buFont typeface="Arial"/>
              <a:buNone/>
              <a:defRPr sz="1400"/>
            </a:lvl9pPr>
          </a:lstStyle>
          <a:p/>
        </p:txBody>
      </p:sp>
      <p:sp>
        <p:nvSpPr>
          <p:cNvPr id="177" name="Google Shape;177;p24"/>
          <p:cNvSpPr txBox="1"/>
          <p:nvPr>
            <p:ph idx="10" type="dt"/>
          </p:nvPr>
        </p:nvSpPr>
        <p:spPr>
          <a:xfrm>
            <a:off x="762000" y="6391275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24"/>
          <p:cNvSpPr txBox="1"/>
          <p:nvPr>
            <p:ph idx="11" type="ftr"/>
          </p:nvPr>
        </p:nvSpPr>
        <p:spPr>
          <a:xfrm>
            <a:off x="3352800" y="6403975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24"/>
          <p:cNvSpPr txBox="1"/>
          <p:nvPr>
            <p:ph idx="12" type="sldNum"/>
          </p:nvPr>
        </p:nvSpPr>
        <p:spPr>
          <a:xfrm>
            <a:off x="6858000" y="6400800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6"/>
          <p:cNvSpPr txBox="1"/>
          <p:nvPr>
            <p:ph type="ctrTitle"/>
          </p:nvPr>
        </p:nvSpPr>
        <p:spPr>
          <a:xfrm>
            <a:off x="685800" y="857250"/>
            <a:ext cx="7772400" cy="226695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i="1" sz="41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26"/>
          <p:cNvSpPr txBox="1"/>
          <p:nvPr>
            <p:ph idx="1" type="subTitle"/>
          </p:nvPr>
        </p:nvSpPr>
        <p:spPr>
          <a:xfrm>
            <a:off x="1752600" y="3567113"/>
            <a:ext cx="54102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660"/>
              </a:spcBef>
              <a:spcAft>
                <a:spcPts val="0"/>
              </a:spcAft>
              <a:buSzPts val="2310"/>
              <a:buFont typeface="Noto Sans Symbols"/>
              <a:buNone/>
              <a:defRPr sz="3300"/>
            </a:lvl1pPr>
            <a:lvl2pPr lvl="1" algn="l">
              <a:spcBef>
                <a:spcPts val="360"/>
              </a:spcBef>
              <a:spcAft>
                <a:spcPts val="0"/>
              </a:spcAft>
              <a:buSzPts val="2700"/>
              <a:buChar char="•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27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2700"/>
              <a:buChar char="•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2700"/>
              <a:buChar char="•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2700"/>
              <a:buChar char="•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2700"/>
              <a:buChar char="•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2700"/>
              <a:buChar char="•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2700"/>
              <a:buChar char="•"/>
              <a:defRPr/>
            </a:lvl9pPr>
          </a:lstStyle>
          <a:p/>
        </p:txBody>
      </p:sp>
      <p:sp>
        <p:nvSpPr>
          <p:cNvPr id="192" name="Google Shape;192;p26"/>
          <p:cNvSpPr txBox="1"/>
          <p:nvPr>
            <p:ph idx="10" type="dt"/>
          </p:nvPr>
        </p:nvSpPr>
        <p:spPr>
          <a:xfrm>
            <a:off x="762000" y="6391275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26"/>
          <p:cNvSpPr txBox="1"/>
          <p:nvPr>
            <p:ph idx="11" type="ftr"/>
          </p:nvPr>
        </p:nvSpPr>
        <p:spPr>
          <a:xfrm>
            <a:off x="3352800" y="6391275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26"/>
          <p:cNvSpPr txBox="1"/>
          <p:nvPr>
            <p:ph idx="12" type="sldNum"/>
          </p:nvPr>
        </p:nvSpPr>
        <p:spPr>
          <a:xfrm>
            <a:off x="6858000" y="6391275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4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heme" Target="../theme/theme1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theme" Target="../theme/theme5.xml"/><Relationship Id="rId10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1"/>
            </a:gs>
            <a:gs pos="50000">
              <a:schemeClr val="dk2"/>
            </a:gs>
            <a:gs pos="100000">
              <a:schemeClr val="dk1"/>
            </a:gs>
          </a:gsLst>
          <a:lin ang="0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0" y="0"/>
            <a:ext cx="9144000" cy="6918325"/>
            <a:chOff x="0" y="0"/>
            <a:chExt cx="5760" cy="4358"/>
          </a:xfrm>
        </p:grpSpPr>
        <p:sp>
          <p:nvSpPr>
            <p:cNvPr id="11" name="Google Shape;11;p1"/>
            <p:cNvSpPr txBox="1"/>
            <p:nvPr/>
          </p:nvSpPr>
          <p:spPr>
            <a:xfrm>
              <a:off x="5533" y="280"/>
              <a:ext cx="227" cy="1986"/>
            </a:xfrm>
            <a:prstGeom prst="rect">
              <a:avLst/>
            </a:prstGeom>
            <a:gradFill>
              <a:gsLst>
                <a:gs pos="0">
                  <a:schemeClr val="dk1"/>
                </a:gs>
                <a:gs pos="50000">
                  <a:schemeClr val="hlink"/>
                </a:gs>
                <a:gs pos="100000">
                  <a:schemeClr val="dk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" name="Google Shape;12;p1"/>
            <p:cNvSpPr/>
            <p:nvPr/>
          </p:nvSpPr>
          <p:spPr>
            <a:xfrm>
              <a:off x="0" y="0"/>
              <a:ext cx="5760" cy="1344"/>
            </a:xfrm>
            <a:custGeom>
              <a:rect b="b" l="l" r="r" t="t"/>
              <a:pathLst>
                <a:path extrusionOk="0" h="1104" w="5760">
                  <a:moveTo>
                    <a:pt x="0" y="0"/>
                  </a:moveTo>
                  <a:lnTo>
                    <a:pt x="5760" y="0"/>
                  </a:lnTo>
                  <a:lnTo>
                    <a:pt x="5760" y="720"/>
                  </a:lnTo>
                  <a:cubicBezTo>
                    <a:pt x="5400" y="824"/>
                    <a:pt x="4560" y="577"/>
                    <a:pt x="3600" y="624"/>
                  </a:cubicBezTo>
                  <a:cubicBezTo>
                    <a:pt x="2640" y="671"/>
                    <a:pt x="600" y="1104"/>
                    <a:pt x="0" y="1000"/>
                  </a:cubicBez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50000">
                  <a:schemeClr val="dk2"/>
                </a:gs>
                <a:gs pos="100000">
                  <a:schemeClr val="dk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0" y="733"/>
              <a:ext cx="5760" cy="3587"/>
            </a:xfrm>
            <a:custGeom>
              <a:rect b="b" l="l" r="r" t="t"/>
              <a:pathLst>
                <a:path extrusionOk="0" h="3587" w="5760">
                  <a:moveTo>
                    <a:pt x="0" y="582"/>
                  </a:moveTo>
                  <a:cubicBezTo>
                    <a:pt x="1027" y="680"/>
                    <a:pt x="1960" y="387"/>
                    <a:pt x="2640" y="267"/>
                  </a:cubicBezTo>
                  <a:cubicBezTo>
                    <a:pt x="2640" y="267"/>
                    <a:pt x="3268" y="180"/>
                    <a:pt x="3373" y="160"/>
                  </a:cubicBezTo>
                  <a:cubicBezTo>
                    <a:pt x="4120" y="0"/>
                    <a:pt x="5280" y="358"/>
                    <a:pt x="5760" y="358"/>
                  </a:cubicBezTo>
                  <a:lnTo>
                    <a:pt x="5760" y="3587"/>
                  </a:lnTo>
                  <a:lnTo>
                    <a:pt x="0" y="3587"/>
                  </a:lnTo>
                  <a:cubicBezTo>
                    <a:pt x="0" y="3587"/>
                    <a:pt x="0" y="582"/>
                    <a:pt x="0" y="582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50000">
                  <a:schemeClr val="dk2"/>
                </a:gs>
                <a:gs pos="100000">
                  <a:schemeClr val="dk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0" y="184"/>
              <a:ext cx="5760" cy="538"/>
            </a:xfrm>
            <a:custGeom>
              <a:rect b="b" l="l" r="r" t="t"/>
              <a:pathLst>
                <a:path extrusionOk="0" h="538" w="5760">
                  <a:moveTo>
                    <a:pt x="0" y="163"/>
                  </a:moveTo>
                  <a:lnTo>
                    <a:pt x="0" y="403"/>
                  </a:lnTo>
                  <a:cubicBezTo>
                    <a:pt x="295" y="450"/>
                    <a:pt x="1011" y="481"/>
                    <a:pt x="1773" y="443"/>
                  </a:cubicBezTo>
                  <a:cubicBezTo>
                    <a:pt x="2535" y="405"/>
                    <a:pt x="3909" y="161"/>
                    <a:pt x="4573" y="176"/>
                  </a:cubicBezTo>
                  <a:cubicBezTo>
                    <a:pt x="5237" y="191"/>
                    <a:pt x="5562" y="538"/>
                    <a:pt x="5760" y="536"/>
                  </a:cubicBezTo>
                  <a:lnTo>
                    <a:pt x="5760" y="163"/>
                  </a:lnTo>
                  <a:cubicBezTo>
                    <a:pt x="5560" y="79"/>
                    <a:pt x="5189" y="0"/>
                    <a:pt x="4560" y="29"/>
                  </a:cubicBezTo>
                  <a:cubicBezTo>
                    <a:pt x="3931" y="58"/>
                    <a:pt x="2747" y="314"/>
                    <a:pt x="1987" y="336"/>
                  </a:cubicBezTo>
                  <a:cubicBezTo>
                    <a:pt x="1227" y="358"/>
                    <a:pt x="414" y="199"/>
                    <a:pt x="0" y="16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50000">
                  <a:schemeClr val="dk1"/>
                </a:gs>
                <a:gs pos="100000">
                  <a:schemeClr val="dk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0" y="1515"/>
              <a:ext cx="5760" cy="674"/>
            </a:xfrm>
            <a:custGeom>
              <a:rect b="b" l="l" r="r" t="t"/>
              <a:pathLst>
                <a:path extrusionOk="0" h="674" w="5760">
                  <a:moveTo>
                    <a:pt x="0" y="246"/>
                  </a:moveTo>
                  <a:lnTo>
                    <a:pt x="0" y="406"/>
                  </a:lnTo>
                  <a:cubicBezTo>
                    <a:pt x="213" y="463"/>
                    <a:pt x="1009" y="616"/>
                    <a:pt x="1280" y="645"/>
                  </a:cubicBezTo>
                  <a:cubicBezTo>
                    <a:pt x="1551" y="674"/>
                    <a:pt x="1092" y="669"/>
                    <a:pt x="1627" y="580"/>
                  </a:cubicBezTo>
                  <a:cubicBezTo>
                    <a:pt x="2162" y="491"/>
                    <a:pt x="3804" y="109"/>
                    <a:pt x="4493" y="113"/>
                  </a:cubicBezTo>
                  <a:cubicBezTo>
                    <a:pt x="5182" y="117"/>
                    <a:pt x="5549" y="586"/>
                    <a:pt x="5760" y="606"/>
                  </a:cubicBezTo>
                  <a:lnTo>
                    <a:pt x="5760" y="233"/>
                  </a:lnTo>
                  <a:cubicBezTo>
                    <a:pt x="5471" y="158"/>
                    <a:pt x="4818" y="0"/>
                    <a:pt x="4040" y="33"/>
                  </a:cubicBezTo>
                  <a:cubicBezTo>
                    <a:pt x="3262" y="66"/>
                    <a:pt x="1766" y="398"/>
                    <a:pt x="1093" y="433"/>
                  </a:cubicBezTo>
                  <a:cubicBezTo>
                    <a:pt x="420" y="468"/>
                    <a:pt x="228" y="285"/>
                    <a:pt x="0" y="24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50000">
                  <a:schemeClr val="accent2"/>
                </a:gs>
                <a:gs pos="100000">
                  <a:schemeClr val="dk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1560" y="959"/>
              <a:ext cx="4200" cy="3361"/>
            </a:xfrm>
            <a:custGeom>
              <a:rect b="b" l="l" r="r" t="t"/>
              <a:pathLst>
                <a:path extrusionOk="0" h="3361" w="4200">
                  <a:moveTo>
                    <a:pt x="0" y="3361"/>
                  </a:moveTo>
                  <a:cubicBezTo>
                    <a:pt x="118" y="2850"/>
                    <a:pt x="354" y="590"/>
                    <a:pt x="1054" y="295"/>
                  </a:cubicBezTo>
                  <a:cubicBezTo>
                    <a:pt x="1754" y="0"/>
                    <a:pt x="3676" y="1299"/>
                    <a:pt x="4200" y="1588"/>
                  </a:cubicBezTo>
                  <a:lnTo>
                    <a:pt x="4200" y="2028"/>
                  </a:lnTo>
                  <a:cubicBezTo>
                    <a:pt x="3700" y="1837"/>
                    <a:pt x="1842" y="220"/>
                    <a:pt x="1200" y="442"/>
                  </a:cubicBezTo>
                  <a:cubicBezTo>
                    <a:pt x="558" y="664"/>
                    <a:pt x="547" y="2875"/>
                    <a:pt x="347" y="3361"/>
                  </a:cubicBezTo>
                  <a:lnTo>
                    <a:pt x="0" y="336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dk2"/>
                </a:gs>
                <a:gs pos="100000">
                  <a:schemeClr val="accent2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0" y="2169"/>
              <a:ext cx="5760" cy="1925"/>
            </a:xfrm>
            <a:custGeom>
              <a:rect b="b" l="l" r="r" t="t"/>
              <a:pathLst>
                <a:path extrusionOk="0" h="1925" w="5760">
                  <a:moveTo>
                    <a:pt x="0" y="804"/>
                  </a:moveTo>
                  <a:lnTo>
                    <a:pt x="0" y="991"/>
                  </a:lnTo>
                  <a:cubicBezTo>
                    <a:pt x="258" y="1160"/>
                    <a:pt x="1005" y="1925"/>
                    <a:pt x="1547" y="1818"/>
                  </a:cubicBezTo>
                  <a:cubicBezTo>
                    <a:pt x="2089" y="1711"/>
                    <a:pt x="2551" y="398"/>
                    <a:pt x="3253" y="351"/>
                  </a:cubicBezTo>
                  <a:cubicBezTo>
                    <a:pt x="3955" y="304"/>
                    <a:pt x="5342" y="1404"/>
                    <a:pt x="5760" y="1537"/>
                  </a:cubicBezTo>
                  <a:lnTo>
                    <a:pt x="5760" y="1151"/>
                  </a:lnTo>
                  <a:cubicBezTo>
                    <a:pt x="5405" y="1124"/>
                    <a:pt x="3982" y="0"/>
                    <a:pt x="3240" y="84"/>
                  </a:cubicBezTo>
                  <a:cubicBezTo>
                    <a:pt x="2542" y="171"/>
                    <a:pt x="2113" y="1551"/>
                    <a:pt x="1573" y="1671"/>
                  </a:cubicBezTo>
                  <a:cubicBezTo>
                    <a:pt x="1033" y="1791"/>
                    <a:pt x="262" y="826"/>
                    <a:pt x="0" y="8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50000">
                  <a:schemeClr val="accent2"/>
                </a:gs>
                <a:gs pos="100000">
                  <a:schemeClr val="dk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0" y="2238"/>
              <a:ext cx="3929" cy="2120"/>
            </a:xfrm>
            <a:custGeom>
              <a:rect b="b" l="l" r="r" t="t"/>
              <a:pathLst>
                <a:path extrusionOk="0" h="2120" w="4196">
                  <a:moveTo>
                    <a:pt x="0" y="415"/>
                  </a:moveTo>
                  <a:lnTo>
                    <a:pt x="0" y="508"/>
                  </a:lnTo>
                  <a:cubicBezTo>
                    <a:pt x="160" y="577"/>
                    <a:pt x="1280" y="138"/>
                    <a:pt x="1933" y="229"/>
                  </a:cubicBezTo>
                  <a:cubicBezTo>
                    <a:pt x="2586" y="320"/>
                    <a:pt x="3644" y="746"/>
                    <a:pt x="3920" y="1055"/>
                  </a:cubicBezTo>
                  <a:cubicBezTo>
                    <a:pt x="4196" y="1364"/>
                    <a:pt x="3583" y="2120"/>
                    <a:pt x="3587" y="2082"/>
                  </a:cubicBezTo>
                  <a:lnTo>
                    <a:pt x="3947" y="829"/>
                  </a:lnTo>
                  <a:cubicBezTo>
                    <a:pt x="3725" y="494"/>
                    <a:pt x="2911" y="138"/>
                    <a:pt x="2253" y="69"/>
                  </a:cubicBezTo>
                  <a:cubicBezTo>
                    <a:pt x="1595" y="0"/>
                    <a:pt x="469" y="343"/>
                    <a:pt x="0" y="415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dk2"/>
                </a:gs>
                <a:gs pos="100000">
                  <a:schemeClr val="accent2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9" name="Google Shape;19;p1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0" name="Google Shape;20;p1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1" name="Google Shape;21;p1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2" name="Google Shape;22;p1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•"/>
              <a:defRPr b="0" i="0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–"/>
              <a:defRPr b="0" i="0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1"/>
            </a:gs>
            <a:gs pos="50000">
              <a:schemeClr val="dk2"/>
            </a:gs>
            <a:gs pos="100000">
              <a:schemeClr val="dk1"/>
            </a:gs>
          </a:gsLst>
          <a:lin ang="0" scaled="0"/>
        </a:gra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12"/>
          <p:cNvGrpSpPr/>
          <p:nvPr/>
        </p:nvGrpSpPr>
        <p:grpSpPr>
          <a:xfrm>
            <a:off x="0" y="0"/>
            <a:ext cx="9144000" cy="6918325"/>
            <a:chOff x="0" y="0"/>
            <a:chExt cx="5760" cy="4358"/>
          </a:xfrm>
        </p:grpSpPr>
        <p:sp>
          <p:nvSpPr>
            <p:cNvPr id="89" name="Google Shape;89;p12"/>
            <p:cNvSpPr txBox="1"/>
            <p:nvPr/>
          </p:nvSpPr>
          <p:spPr>
            <a:xfrm>
              <a:off x="5533" y="280"/>
              <a:ext cx="227" cy="1986"/>
            </a:xfrm>
            <a:prstGeom prst="rect">
              <a:avLst/>
            </a:prstGeom>
            <a:gradFill>
              <a:gsLst>
                <a:gs pos="0">
                  <a:schemeClr val="dk1"/>
                </a:gs>
                <a:gs pos="50000">
                  <a:schemeClr val="hlink"/>
                </a:gs>
                <a:gs pos="100000">
                  <a:schemeClr val="dk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0" name="Google Shape;90;p12"/>
            <p:cNvSpPr/>
            <p:nvPr/>
          </p:nvSpPr>
          <p:spPr>
            <a:xfrm>
              <a:off x="0" y="0"/>
              <a:ext cx="5760" cy="1344"/>
            </a:xfrm>
            <a:custGeom>
              <a:rect b="b" l="l" r="r" t="t"/>
              <a:pathLst>
                <a:path extrusionOk="0" h="1104" w="5760">
                  <a:moveTo>
                    <a:pt x="0" y="0"/>
                  </a:moveTo>
                  <a:lnTo>
                    <a:pt x="5760" y="0"/>
                  </a:lnTo>
                  <a:lnTo>
                    <a:pt x="5760" y="720"/>
                  </a:lnTo>
                  <a:cubicBezTo>
                    <a:pt x="5400" y="824"/>
                    <a:pt x="4560" y="577"/>
                    <a:pt x="3600" y="624"/>
                  </a:cubicBezTo>
                  <a:cubicBezTo>
                    <a:pt x="2640" y="671"/>
                    <a:pt x="600" y="1104"/>
                    <a:pt x="0" y="1000"/>
                  </a:cubicBez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50000">
                  <a:schemeClr val="dk2"/>
                </a:gs>
                <a:gs pos="100000">
                  <a:schemeClr val="dk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1" name="Google Shape;91;p12"/>
            <p:cNvSpPr/>
            <p:nvPr/>
          </p:nvSpPr>
          <p:spPr>
            <a:xfrm>
              <a:off x="0" y="733"/>
              <a:ext cx="5760" cy="3587"/>
            </a:xfrm>
            <a:custGeom>
              <a:rect b="b" l="l" r="r" t="t"/>
              <a:pathLst>
                <a:path extrusionOk="0" h="3587" w="5760">
                  <a:moveTo>
                    <a:pt x="0" y="582"/>
                  </a:moveTo>
                  <a:cubicBezTo>
                    <a:pt x="1027" y="680"/>
                    <a:pt x="1960" y="387"/>
                    <a:pt x="2640" y="267"/>
                  </a:cubicBezTo>
                  <a:cubicBezTo>
                    <a:pt x="2640" y="267"/>
                    <a:pt x="3268" y="180"/>
                    <a:pt x="3373" y="160"/>
                  </a:cubicBezTo>
                  <a:cubicBezTo>
                    <a:pt x="4120" y="0"/>
                    <a:pt x="5280" y="358"/>
                    <a:pt x="5760" y="358"/>
                  </a:cubicBezTo>
                  <a:lnTo>
                    <a:pt x="5760" y="3587"/>
                  </a:lnTo>
                  <a:lnTo>
                    <a:pt x="0" y="3587"/>
                  </a:lnTo>
                  <a:cubicBezTo>
                    <a:pt x="0" y="3587"/>
                    <a:pt x="0" y="582"/>
                    <a:pt x="0" y="582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50000">
                  <a:schemeClr val="dk2"/>
                </a:gs>
                <a:gs pos="100000">
                  <a:schemeClr val="dk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2" name="Google Shape;92;p12"/>
            <p:cNvSpPr/>
            <p:nvPr/>
          </p:nvSpPr>
          <p:spPr>
            <a:xfrm>
              <a:off x="0" y="184"/>
              <a:ext cx="5760" cy="538"/>
            </a:xfrm>
            <a:custGeom>
              <a:rect b="b" l="l" r="r" t="t"/>
              <a:pathLst>
                <a:path extrusionOk="0" h="538" w="5760">
                  <a:moveTo>
                    <a:pt x="0" y="163"/>
                  </a:moveTo>
                  <a:lnTo>
                    <a:pt x="0" y="403"/>
                  </a:lnTo>
                  <a:cubicBezTo>
                    <a:pt x="295" y="450"/>
                    <a:pt x="1011" y="481"/>
                    <a:pt x="1773" y="443"/>
                  </a:cubicBezTo>
                  <a:cubicBezTo>
                    <a:pt x="2535" y="405"/>
                    <a:pt x="3909" y="161"/>
                    <a:pt x="4573" y="176"/>
                  </a:cubicBezTo>
                  <a:cubicBezTo>
                    <a:pt x="5237" y="191"/>
                    <a:pt x="5562" y="538"/>
                    <a:pt x="5760" y="536"/>
                  </a:cubicBezTo>
                  <a:lnTo>
                    <a:pt x="5760" y="163"/>
                  </a:lnTo>
                  <a:cubicBezTo>
                    <a:pt x="5560" y="79"/>
                    <a:pt x="5189" y="0"/>
                    <a:pt x="4560" y="29"/>
                  </a:cubicBezTo>
                  <a:cubicBezTo>
                    <a:pt x="3931" y="58"/>
                    <a:pt x="2747" y="314"/>
                    <a:pt x="1987" y="336"/>
                  </a:cubicBezTo>
                  <a:cubicBezTo>
                    <a:pt x="1227" y="358"/>
                    <a:pt x="414" y="199"/>
                    <a:pt x="0" y="16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50000">
                  <a:schemeClr val="dk1"/>
                </a:gs>
                <a:gs pos="100000">
                  <a:schemeClr val="dk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3" name="Google Shape;93;p12"/>
            <p:cNvSpPr/>
            <p:nvPr/>
          </p:nvSpPr>
          <p:spPr>
            <a:xfrm>
              <a:off x="0" y="1515"/>
              <a:ext cx="5760" cy="674"/>
            </a:xfrm>
            <a:custGeom>
              <a:rect b="b" l="l" r="r" t="t"/>
              <a:pathLst>
                <a:path extrusionOk="0" h="674" w="5760">
                  <a:moveTo>
                    <a:pt x="0" y="246"/>
                  </a:moveTo>
                  <a:lnTo>
                    <a:pt x="0" y="406"/>
                  </a:lnTo>
                  <a:cubicBezTo>
                    <a:pt x="213" y="463"/>
                    <a:pt x="1009" y="616"/>
                    <a:pt x="1280" y="645"/>
                  </a:cubicBezTo>
                  <a:cubicBezTo>
                    <a:pt x="1551" y="674"/>
                    <a:pt x="1092" y="669"/>
                    <a:pt x="1627" y="580"/>
                  </a:cubicBezTo>
                  <a:cubicBezTo>
                    <a:pt x="2162" y="491"/>
                    <a:pt x="3804" y="109"/>
                    <a:pt x="4493" y="113"/>
                  </a:cubicBezTo>
                  <a:cubicBezTo>
                    <a:pt x="5182" y="117"/>
                    <a:pt x="5549" y="586"/>
                    <a:pt x="5760" y="606"/>
                  </a:cubicBezTo>
                  <a:lnTo>
                    <a:pt x="5760" y="233"/>
                  </a:lnTo>
                  <a:cubicBezTo>
                    <a:pt x="5471" y="158"/>
                    <a:pt x="4818" y="0"/>
                    <a:pt x="4040" y="33"/>
                  </a:cubicBezTo>
                  <a:cubicBezTo>
                    <a:pt x="3262" y="66"/>
                    <a:pt x="1766" y="398"/>
                    <a:pt x="1093" y="433"/>
                  </a:cubicBezTo>
                  <a:cubicBezTo>
                    <a:pt x="420" y="468"/>
                    <a:pt x="228" y="285"/>
                    <a:pt x="0" y="24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50000">
                  <a:schemeClr val="accent2"/>
                </a:gs>
                <a:gs pos="100000">
                  <a:schemeClr val="dk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4" name="Google Shape;94;p12"/>
            <p:cNvSpPr/>
            <p:nvPr/>
          </p:nvSpPr>
          <p:spPr>
            <a:xfrm>
              <a:off x="1560" y="959"/>
              <a:ext cx="4200" cy="3361"/>
            </a:xfrm>
            <a:custGeom>
              <a:rect b="b" l="l" r="r" t="t"/>
              <a:pathLst>
                <a:path extrusionOk="0" h="3361" w="4200">
                  <a:moveTo>
                    <a:pt x="0" y="3361"/>
                  </a:moveTo>
                  <a:cubicBezTo>
                    <a:pt x="118" y="2850"/>
                    <a:pt x="354" y="590"/>
                    <a:pt x="1054" y="295"/>
                  </a:cubicBezTo>
                  <a:cubicBezTo>
                    <a:pt x="1754" y="0"/>
                    <a:pt x="3676" y="1299"/>
                    <a:pt x="4200" y="1588"/>
                  </a:cubicBezTo>
                  <a:lnTo>
                    <a:pt x="4200" y="2028"/>
                  </a:lnTo>
                  <a:cubicBezTo>
                    <a:pt x="3700" y="1837"/>
                    <a:pt x="1842" y="220"/>
                    <a:pt x="1200" y="442"/>
                  </a:cubicBezTo>
                  <a:cubicBezTo>
                    <a:pt x="558" y="664"/>
                    <a:pt x="547" y="2875"/>
                    <a:pt x="347" y="3361"/>
                  </a:cubicBezTo>
                  <a:lnTo>
                    <a:pt x="0" y="336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dk2"/>
                </a:gs>
                <a:gs pos="100000">
                  <a:schemeClr val="accent2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5" name="Google Shape;95;p12"/>
            <p:cNvSpPr/>
            <p:nvPr/>
          </p:nvSpPr>
          <p:spPr>
            <a:xfrm>
              <a:off x="0" y="2169"/>
              <a:ext cx="5760" cy="1925"/>
            </a:xfrm>
            <a:custGeom>
              <a:rect b="b" l="l" r="r" t="t"/>
              <a:pathLst>
                <a:path extrusionOk="0" h="1925" w="5760">
                  <a:moveTo>
                    <a:pt x="0" y="804"/>
                  </a:moveTo>
                  <a:lnTo>
                    <a:pt x="0" y="991"/>
                  </a:lnTo>
                  <a:cubicBezTo>
                    <a:pt x="258" y="1160"/>
                    <a:pt x="1005" y="1925"/>
                    <a:pt x="1547" y="1818"/>
                  </a:cubicBezTo>
                  <a:cubicBezTo>
                    <a:pt x="2089" y="1711"/>
                    <a:pt x="2551" y="398"/>
                    <a:pt x="3253" y="351"/>
                  </a:cubicBezTo>
                  <a:cubicBezTo>
                    <a:pt x="3955" y="304"/>
                    <a:pt x="5342" y="1404"/>
                    <a:pt x="5760" y="1537"/>
                  </a:cubicBezTo>
                  <a:lnTo>
                    <a:pt x="5760" y="1151"/>
                  </a:lnTo>
                  <a:cubicBezTo>
                    <a:pt x="5405" y="1124"/>
                    <a:pt x="3982" y="0"/>
                    <a:pt x="3240" y="84"/>
                  </a:cubicBezTo>
                  <a:cubicBezTo>
                    <a:pt x="2542" y="171"/>
                    <a:pt x="2113" y="1551"/>
                    <a:pt x="1573" y="1671"/>
                  </a:cubicBezTo>
                  <a:cubicBezTo>
                    <a:pt x="1033" y="1791"/>
                    <a:pt x="262" y="826"/>
                    <a:pt x="0" y="8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50000">
                  <a:schemeClr val="accent2"/>
                </a:gs>
                <a:gs pos="100000">
                  <a:schemeClr val="dk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6" name="Google Shape;96;p12"/>
            <p:cNvSpPr/>
            <p:nvPr/>
          </p:nvSpPr>
          <p:spPr>
            <a:xfrm>
              <a:off x="0" y="2238"/>
              <a:ext cx="3929" cy="2120"/>
            </a:xfrm>
            <a:custGeom>
              <a:rect b="b" l="l" r="r" t="t"/>
              <a:pathLst>
                <a:path extrusionOk="0" h="2120" w="4196">
                  <a:moveTo>
                    <a:pt x="0" y="415"/>
                  </a:moveTo>
                  <a:lnTo>
                    <a:pt x="0" y="508"/>
                  </a:lnTo>
                  <a:cubicBezTo>
                    <a:pt x="160" y="577"/>
                    <a:pt x="1280" y="138"/>
                    <a:pt x="1933" y="229"/>
                  </a:cubicBezTo>
                  <a:cubicBezTo>
                    <a:pt x="2586" y="320"/>
                    <a:pt x="3644" y="746"/>
                    <a:pt x="3920" y="1055"/>
                  </a:cubicBezTo>
                  <a:cubicBezTo>
                    <a:pt x="4196" y="1364"/>
                    <a:pt x="3583" y="2120"/>
                    <a:pt x="3587" y="2082"/>
                  </a:cubicBezTo>
                  <a:lnTo>
                    <a:pt x="3947" y="829"/>
                  </a:lnTo>
                  <a:cubicBezTo>
                    <a:pt x="3725" y="494"/>
                    <a:pt x="2911" y="138"/>
                    <a:pt x="2253" y="69"/>
                  </a:cubicBezTo>
                  <a:cubicBezTo>
                    <a:pt x="1595" y="0"/>
                    <a:pt x="469" y="343"/>
                    <a:pt x="0" y="415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dk2"/>
                </a:gs>
                <a:gs pos="100000">
                  <a:schemeClr val="accent2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97" name="Google Shape;97;p12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98" name="Google Shape;98;p12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•"/>
              <a:defRPr b="0" i="0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–"/>
              <a:defRPr b="0" i="0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99" name="Google Shape;99;p12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00" name="Google Shape;100;p12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01" name="Google Shape;101;p12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b="0" i="0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4"/>
          <p:cNvSpPr txBox="1"/>
          <p:nvPr>
            <p:ph type="title"/>
          </p:nvPr>
        </p:nvSpPr>
        <p:spPr>
          <a:xfrm>
            <a:off x="762000" y="533400"/>
            <a:ext cx="7696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/>
        </p:txBody>
      </p:sp>
      <p:sp>
        <p:nvSpPr>
          <p:cNvPr id="110" name="Google Shape;110;p14"/>
          <p:cNvSpPr txBox="1"/>
          <p:nvPr>
            <p:ph idx="1" type="body"/>
          </p:nvPr>
        </p:nvSpPr>
        <p:spPr>
          <a:xfrm>
            <a:off x="762000" y="1905000"/>
            <a:ext cx="76962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6395" lvl="0" marL="457200" marR="0" rtl="0" algn="l">
              <a:spcBef>
                <a:spcPts val="620"/>
              </a:spcBef>
              <a:spcAft>
                <a:spcPts val="0"/>
              </a:spcAft>
              <a:buClr>
                <a:schemeClr val="lt2"/>
              </a:buClr>
              <a:buSzPts val="2170"/>
              <a:buFont typeface="Noto Sans Symbols"/>
              <a:buChar char="●"/>
              <a:defRPr b="0" i="0" sz="3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7625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3900"/>
              <a:buFont typeface="Arial"/>
              <a:buChar char="•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8150" lvl="2" marL="1371600" marR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191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191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3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191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3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191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3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191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3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191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3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1" name="Google Shape;111;p14"/>
          <p:cNvSpPr txBox="1"/>
          <p:nvPr>
            <p:ph idx="10" type="dt"/>
          </p:nvPr>
        </p:nvSpPr>
        <p:spPr>
          <a:xfrm>
            <a:off x="762000" y="6391275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12" name="Google Shape;112;p14"/>
          <p:cNvSpPr txBox="1"/>
          <p:nvPr>
            <p:ph idx="11" type="ftr"/>
          </p:nvPr>
        </p:nvSpPr>
        <p:spPr>
          <a:xfrm>
            <a:off x="3352800" y="6403975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13" name="Google Shape;113;p14"/>
          <p:cNvSpPr txBox="1"/>
          <p:nvPr>
            <p:ph idx="12" type="sldNum"/>
          </p:nvPr>
        </p:nvSpPr>
        <p:spPr>
          <a:xfrm>
            <a:off x="6858000" y="6400800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4" name="Google Shape;114;p14"/>
          <p:cNvGrpSpPr/>
          <p:nvPr/>
        </p:nvGrpSpPr>
        <p:grpSpPr>
          <a:xfrm>
            <a:off x="168275" y="228600"/>
            <a:ext cx="8823325" cy="6096000"/>
            <a:chOff x="106" y="144"/>
            <a:chExt cx="5558" cy="3840"/>
          </a:xfrm>
        </p:grpSpPr>
        <p:sp>
          <p:nvSpPr>
            <p:cNvPr id="115" name="Google Shape;115;p14"/>
            <p:cNvSpPr/>
            <p:nvPr/>
          </p:nvSpPr>
          <p:spPr>
            <a:xfrm>
              <a:off x="106" y="144"/>
              <a:ext cx="5558" cy="3840"/>
            </a:xfrm>
            <a:prstGeom prst="roundRect">
              <a:avLst>
                <a:gd fmla="val 2386" name="adj"/>
              </a:avLst>
            </a:prstGeom>
            <a:noFill/>
            <a:ln cap="flat" cmpd="sng" w="28575">
              <a:solidFill>
                <a:schemeClr val="folHlink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16" name="Google Shape;116;p14"/>
            <p:cNvCxnSpPr/>
            <p:nvPr/>
          </p:nvCxnSpPr>
          <p:spPr>
            <a:xfrm>
              <a:off x="480" y="1077"/>
              <a:ext cx="4848" cy="0"/>
            </a:xfrm>
            <a:prstGeom prst="straightConnector1">
              <a:avLst/>
            </a:prstGeom>
            <a:noFill/>
            <a:ln cap="flat" cmpd="sng" w="38100">
              <a:solidFill>
                <a:schemeClr val="folHlink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5"/>
          <p:cNvSpPr/>
          <p:nvPr/>
        </p:nvSpPr>
        <p:spPr>
          <a:xfrm>
            <a:off x="228600" y="381000"/>
            <a:ext cx="8686800" cy="5638800"/>
          </a:xfrm>
          <a:prstGeom prst="roundRect">
            <a:avLst>
              <a:gd fmla="val 1709" name="adj"/>
            </a:avLst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" name="Google Shape;182;p25"/>
          <p:cNvSpPr/>
          <p:nvPr/>
        </p:nvSpPr>
        <p:spPr>
          <a:xfrm>
            <a:off x="327025" y="488950"/>
            <a:ext cx="8435975" cy="4768850"/>
          </a:xfrm>
          <a:prstGeom prst="roundRect">
            <a:avLst>
              <a:gd fmla="val 157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" name="Google Shape;183;p25"/>
          <p:cNvSpPr/>
          <p:nvPr/>
        </p:nvSpPr>
        <p:spPr>
          <a:xfrm>
            <a:off x="1371600" y="3338512"/>
            <a:ext cx="6400800" cy="2286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08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25"/>
          <p:cNvSpPr txBox="1"/>
          <p:nvPr>
            <p:ph type="title"/>
          </p:nvPr>
        </p:nvSpPr>
        <p:spPr>
          <a:xfrm>
            <a:off x="762000" y="533400"/>
            <a:ext cx="7696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/>
        </p:txBody>
      </p:sp>
      <p:sp>
        <p:nvSpPr>
          <p:cNvPr id="185" name="Google Shape;185;p25"/>
          <p:cNvSpPr txBox="1"/>
          <p:nvPr>
            <p:ph idx="1" type="body"/>
          </p:nvPr>
        </p:nvSpPr>
        <p:spPr>
          <a:xfrm>
            <a:off x="762000" y="1905000"/>
            <a:ext cx="76962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6395" lvl="0" marL="457200" marR="0" rtl="0" algn="l">
              <a:spcBef>
                <a:spcPts val="620"/>
              </a:spcBef>
              <a:spcAft>
                <a:spcPts val="0"/>
              </a:spcAft>
              <a:buClr>
                <a:schemeClr val="lt2"/>
              </a:buClr>
              <a:buSzPts val="2170"/>
              <a:buFont typeface="Noto Sans Symbols"/>
              <a:buChar char="●"/>
              <a:defRPr b="0" i="0" sz="3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7625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3900"/>
              <a:buFont typeface="Arial"/>
              <a:buChar char="•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8150" lvl="2" marL="1371600" marR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191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191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3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191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3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191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3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191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3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191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3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6" name="Google Shape;186;p25"/>
          <p:cNvSpPr txBox="1"/>
          <p:nvPr>
            <p:ph idx="10" type="dt"/>
          </p:nvPr>
        </p:nvSpPr>
        <p:spPr>
          <a:xfrm>
            <a:off x="762000" y="6391275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87" name="Google Shape;187;p25"/>
          <p:cNvSpPr txBox="1"/>
          <p:nvPr>
            <p:ph idx="11" type="ftr"/>
          </p:nvPr>
        </p:nvSpPr>
        <p:spPr>
          <a:xfrm>
            <a:off x="3352800" y="6391275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88" name="Google Shape;188;p25"/>
          <p:cNvSpPr txBox="1"/>
          <p:nvPr>
            <p:ph idx="12" type="sldNum"/>
          </p:nvPr>
        </p:nvSpPr>
        <p:spPr>
          <a:xfrm>
            <a:off x="6858000" y="6391275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free-computerscience-ebooks.blogspot.com/" TargetMode="External"/><Relationship Id="rId4" Type="http://schemas.openxmlformats.org/officeDocument/2006/relationships/hyperlink" Target="http://recent-computer-technology.blogspot.com/" TargetMode="External"/><Relationship Id="rId5" Type="http://schemas.openxmlformats.org/officeDocument/2006/relationships/hyperlink" Target="http://computertechnologiesebooks.blogspot.com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7"/>
          <p:cNvSpPr txBox="1"/>
          <p:nvPr>
            <p:ph idx="4294967295" type="ctrTitle"/>
          </p:nvPr>
        </p:nvSpPr>
        <p:spPr>
          <a:xfrm>
            <a:off x="381000" y="1371600"/>
            <a:ext cx="8305800" cy="2266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imes New Roman"/>
              <a:buNone/>
            </a:pPr>
            <a:r>
              <a:rPr b="1" i="0" lang="en-US" sz="4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VPN: Virtual Private Network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8"/>
          <p:cNvSpPr txBox="1"/>
          <p:nvPr>
            <p:ph idx="1" type="subTitle"/>
          </p:nvPr>
        </p:nvSpPr>
        <p:spPr>
          <a:xfrm>
            <a:off x="457200" y="838200"/>
            <a:ext cx="75438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Times New Roman"/>
              <a:buNone/>
            </a:pPr>
            <a:r>
              <a:rPr b="1" i="0" lang="en-US" sz="2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By. </a:t>
            </a:r>
            <a:endParaRPr b="0" i="0" sz="22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Times New Roman"/>
              <a:buNone/>
            </a:pPr>
            <a:r>
              <a:rPr b="1" i="0" lang="en-US" sz="2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P. Victer Paul</a:t>
            </a:r>
            <a:r>
              <a:rPr b="0" i="0" lang="en-US" sz="2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rtl="0" algn="ctr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Times New Roman"/>
              <a:buNone/>
            </a:pPr>
            <a:r>
              <a:t/>
            </a:r>
            <a:endParaRPr b="0" i="0" sz="22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Times New Roman"/>
              <a:buNone/>
            </a:pPr>
            <a:r>
              <a:rPr b="0" i="0" lang="en-US" sz="2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Dear,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Times New Roman"/>
              <a:buNone/>
            </a:pPr>
            <a:r>
              <a:rPr b="0" i="0" lang="en-US" sz="2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We planned to share our eBooks and project/seminar contents for free to all needed friends like u.. To get to know about more free computerscience ebooks and technology advancements in computer science. Please visit....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Times New Roman"/>
              <a:buNone/>
            </a:pPr>
            <a:r>
              <a:t/>
            </a:r>
            <a:endParaRPr b="0" i="0" sz="22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Times New Roman"/>
              <a:buNone/>
            </a:pPr>
            <a:r>
              <a:rPr b="0" i="0" lang="en-US" sz="2200" u="sng">
                <a:solidFill>
                  <a:schemeClr val="hlink"/>
                </a:solidFill>
                <a:hlinkClick r:id="rId3"/>
              </a:rPr>
              <a:t>http://free-computerscience-ebooks.blogspot.com/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120"/>
              </a:spcBef>
              <a:spcAft>
                <a:spcPts val="0"/>
              </a:spcAft>
              <a:buClr>
                <a:schemeClr val="lt1"/>
              </a:buClr>
              <a:buSzPts val="600"/>
              <a:buFont typeface="Times New Roman"/>
              <a:buNone/>
            </a:pPr>
            <a:r>
              <a:t/>
            </a:r>
            <a:endParaRPr b="0" i="0" sz="6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Times New Roman"/>
              <a:buNone/>
            </a:pPr>
            <a:r>
              <a:rPr b="0" i="0" lang="en-US" sz="2200" u="sng">
                <a:solidFill>
                  <a:schemeClr val="hlink"/>
                </a:solidFill>
                <a:hlinkClick r:id="rId4"/>
              </a:rPr>
              <a:t>http://recent-computer-technology.blogspot.com/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16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imes New Roman"/>
              <a:buNone/>
            </a:pPr>
            <a:r>
              <a:t/>
            </a:r>
            <a:endParaRPr b="0" i="0" sz="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Times New Roman"/>
              <a:buNone/>
            </a:pPr>
            <a:r>
              <a:rPr b="0" i="0" lang="en-US" sz="2200" u="sng">
                <a:solidFill>
                  <a:schemeClr val="hlink"/>
                </a:solidFill>
                <a:hlinkClick r:id="rId5"/>
              </a:rPr>
              <a:t>http://computertechnologiesebooks.blogspot.com/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Times New Roman"/>
              <a:buNone/>
            </a:pPr>
            <a:r>
              <a:t/>
            </a:r>
            <a:endParaRPr b="0" i="0" sz="22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Times New Roman"/>
              <a:buNone/>
            </a:pPr>
            <a:r>
              <a:rPr b="0" i="0" lang="en-US" sz="2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to keep provide many eBooks and technology news for FREE. Encourage us by Clicking on the advertisement in these Blog.</a:t>
            </a:r>
            <a:endParaRPr/>
          </a:p>
          <a:p>
            <a:pPr indent="0" lvl="0" marL="0" rtl="0" algn="ctr">
              <a:spcBef>
                <a:spcPts val="44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Times New Roman"/>
              <a:buNone/>
            </a:pPr>
            <a:r>
              <a:t/>
            </a:r>
            <a:endParaRPr b="0" i="0" sz="22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9"/>
          <p:cNvSpPr txBox="1"/>
          <p:nvPr>
            <p:ph type="title"/>
          </p:nvPr>
        </p:nvSpPr>
        <p:spPr>
          <a:xfrm>
            <a:off x="6858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imes New Roman"/>
              <a:buNone/>
            </a:pPr>
            <a:r>
              <a:rPr b="0" i="0" lang="en-US" sz="4400" u="sng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Introduction: What is a VPN?</a:t>
            </a:r>
            <a:endParaRPr/>
          </a:p>
        </p:txBody>
      </p:sp>
      <p:sp>
        <p:nvSpPr>
          <p:cNvPr id="211" name="Google Shape;211;p29"/>
          <p:cNvSpPr txBox="1"/>
          <p:nvPr>
            <p:ph idx="1" type="body"/>
          </p:nvPr>
        </p:nvSpPr>
        <p:spPr>
          <a:xfrm>
            <a:off x="381000" y="1295400"/>
            <a:ext cx="83820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•"/>
            </a:pPr>
            <a:r>
              <a:rPr b="0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Virtual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- the artificial connection.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•"/>
            </a:pPr>
            <a:r>
              <a:rPr b="0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Private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- </a:t>
            </a: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 is restricted to  defined set of entities</a:t>
            </a:r>
            <a:endParaRPr b="0" i="0" sz="3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•"/>
            </a:pPr>
            <a:r>
              <a:rPr b="0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- collection of devices that can communicate in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some fashion.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0"/>
          <p:cNvSpPr txBox="1"/>
          <p:nvPr/>
        </p:nvSpPr>
        <p:spPr>
          <a:xfrm>
            <a:off x="685800" y="914400"/>
            <a:ext cx="8153400" cy="4894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A VPN is a set of tools which allow networks at different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locations to be securely connected, using a public network as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the transport layer.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A VPN is private network constructed within a public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network infrastructure, such as the global Internet.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VPNs use cryptography to provide protections against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eavesdropping and active attacks.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VPNs are most commonly used today for telecommuting and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linking branch offices via secure WANs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1"/>
          <p:cNvSpPr txBox="1"/>
          <p:nvPr/>
        </p:nvSpPr>
        <p:spPr>
          <a:xfrm>
            <a:off x="1219200" y="533400"/>
            <a:ext cx="66294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None/>
            </a:pPr>
            <a:r>
              <a:rPr b="1" i="0" lang="en-US" sz="2800" u="sng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Wide area network before VPNs</a:t>
            </a:r>
            <a:endParaRPr/>
          </a:p>
        </p:txBody>
      </p:sp>
      <p:sp>
        <p:nvSpPr>
          <p:cNvPr id="223" name="Google Shape;223;p31"/>
          <p:cNvSpPr txBox="1"/>
          <p:nvPr/>
        </p:nvSpPr>
        <p:spPr>
          <a:xfrm>
            <a:off x="914400" y="1600200"/>
            <a:ext cx="77724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Firms would spend thousands of dollars per month for private, dedicated circuits to link branch offices.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rise of the internet created cheap but insecure bandwidth.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VPN concept was to produce the virtual “dedicated circuit”, pump it over the internet, and use cryptography to make it secure.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373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657600"/>
            <a:ext cx="9144000" cy="320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3"/>
          <p:cNvSpPr txBox="1"/>
          <p:nvPr>
            <p:ph idx="4294967295" type="body"/>
          </p:nvPr>
        </p:nvSpPr>
        <p:spPr>
          <a:xfrm>
            <a:off x="457200" y="1524000"/>
            <a:ext cx="8686800" cy="4497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virtual point-to-point connection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made through a public network.  It transports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encapsulated datagram's.</a:t>
            </a:r>
            <a:endParaRPr/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r>
              <a:t/>
            </a:r>
            <a:endParaRPr b="0" i="0" sz="32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" name="Google Shape;235;p33"/>
          <p:cNvSpPr txBox="1"/>
          <p:nvPr/>
        </p:nvSpPr>
        <p:spPr>
          <a:xfrm>
            <a:off x="4038600" y="3886200"/>
            <a:ext cx="2590800" cy="381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Encrypted Inner Datagram</a:t>
            </a:r>
            <a:endParaRPr/>
          </a:p>
        </p:txBody>
      </p:sp>
      <p:sp>
        <p:nvSpPr>
          <p:cNvPr id="236" name="Google Shape;236;p33"/>
          <p:cNvSpPr txBox="1"/>
          <p:nvPr/>
        </p:nvSpPr>
        <p:spPr>
          <a:xfrm>
            <a:off x="2438400" y="4495800"/>
            <a:ext cx="4191000" cy="381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Datagram Header        Outer Datagram Data Area</a:t>
            </a:r>
            <a:endParaRPr/>
          </a:p>
        </p:txBody>
      </p:sp>
      <p:cxnSp>
        <p:nvCxnSpPr>
          <p:cNvPr id="237" name="Google Shape;237;p33"/>
          <p:cNvCxnSpPr/>
          <p:nvPr/>
        </p:nvCxnSpPr>
        <p:spPr>
          <a:xfrm>
            <a:off x="4191000" y="3657600"/>
            <a:ext cx="0" cy="228600"/>
          </a:xfrm>
          <a:prstGeom prst="straightConnector1">
            <a:avLst/>
          </a:prstGeom>
          <a:noFill/>
          <a:ln cap="flat" cmpd="sng" w="9525">
            <a:solidFill>
              <a:srgbClr val="E9E9CE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38" name="Google Shape;238;p33"/>
          <p:cNvCxnSpPr/>
          <p:nvPr/>
        </p:nvCxnSpPr>
        <p:spPr>
          <a:xfrm>
            <a:off x="4191000" y="4267200"/>
            <a:ext cx="0" cy="228600"/>
          </a:xfrm>
          <a:prstGeom prst="straightConnector1">
            <a:avLst/>
          </a:prstGeom>
          <a:noFill/>
          <a:ln cap="flat" cmpd="sng" w="9525">
            <a:solidFill>
              <a:srgbClr val="E9E9CE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39" name="Google Shape;239;p33"/>
          <p:cNvCxnSpPr/>
          <p:nvPr/>
        </p:nvCxnSpPr>
        <p:spPr>
          <a:xfrm>
            <a:off x="3314700" y="8450262"/>
            <a:ext cx="0" cy="228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40" name="Google Shape;240;p33"/>
          <p:cNvCxnSpPr/>
          <p:nvPr/>
        </p:nvCxnSpPr>
        <p:spPr>
          <a:xfrm>
            <a:off x="3467100" y="8602662"/>
            <a:ext cx="0" cy="228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41" name="Google Shape;241;p33"/>
          <p:cNvCxnSpPr/>
          <p:nvPr/>
        </p:nvCxnSpPr>
        <p:spPr>
          <a:xfrm>
            <a:off x="4038600" y="4495800"/>
            <a:ext cx="0" cy="381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42" name="Google Shape;242;p33"/>
          <p:cNvSpPr txBox="1"/>
          <p:nvPr/>
        </p:nvSpPr>
        <p:spPr>
          <a:xfrm>
            <a:off x="2971800" y="4953000"/>
            <a:ext cx="2913062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Encapsulation  [From Comer]</a:t>
            </a:r>
            <a:endParaRPr/>
          </a:p>
        </p:txBody>
      </p:sp>
      <p:sp>
        <p:nvSpPr>
          <p:cNvPr id="243" name="Google Shape;243;p33"/>
          <p:cNvSpPr txBox="1"/>
          <p:nvPr/>
        </p:nvSpPr>
        <p:spPr>
          <a:xfrm>
            <a:off x="381000" y="5486400"/>
            <a:ext cx="7321550" cy="1098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 types of end points:  	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❑"/>
            </a:pPr>
            <a:r>
              <a:rPr b="0" i="0" lang="en-US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Remote Access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❑"/>
            </a:pPr>
            <a:r>
              <a:rPr b="0" i="0" lang="en-US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Site-to-Site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" name="Google Shape;244;p33"/>
          <p:cNvSpPr txBox="1"/>
          <p:nvPr/>
        </p:nvSpPr>
        <p:spPr>
          <a:xfrm>
            <a:off x="4038600" y="3276600"/>
            <a:ext cx="2590800" cy="381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Original Datagram</a:t>
            </a:r>
            <a:endParaRPr/>
          </a:p>
        </p:txBody>
      </p:sp>
      <p:cxnSp>
        <p:nvCxnSpPr>
          <p:cNvPr id="245" name="Google Shape;245;p33"/>
          <p:cNvCxnSpPr/>
          <p:nvPr/>
        </p:nvCxnSpPr>
        <p:spPr>
          <a:xfrm flipH="1" rot="-5400000">
            <a:off x="3810000" y="4648200"/>
            <a:ext cx="381000" cy="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46" name="Google Shape;246;p33"/>
          <p:cNvSpPr txBox="1"/>
          <p:nvPr/>
        </p:nvSpPr>
        <p:spPr>
          <a:xfrm>
            <a:off x="2133600" y="381000"/>
            <a:ext cx="4038600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9E"/>
              </a:buClr>
              <a:buSzPts val="5400"/>
              <a:buFont typeface="Times New Roman"/>
              <a:buNone/>
            </a:pPr>
            <a:r>
              <a:rPr b="0" i="0" lang="en-US" sz="5400" u="none">
                <a:solidFill>
                  <a:srgbClr val="FFFF9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Tunneling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5"/>
          <p:cNvSpPr txBox="1"/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 Narrow"/>
              <a:buNone/>
            </a:pPr>
            <a:r>
              <a:rPr b="1" i="0" lang="en-US" sz="4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Virtual Private Networks (VPN)</a:t>
            </a:r>
            <a:br>
              <a:rPr b="1" i="0" lang="en-US" sz="40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r>
              <a:rPr b="1" i="0" lang="en-US" sz="32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Basic Architecture</a:t>
            </a:r>
            <a:br>
              <a:rPr b="1" i="0" lang="en-US" sz="32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endParaRPr/>
          </a:p>
        </p:txBody>
      </p:sp>
      <p:pic>
        <p:nvPicPr>
          <p:cNvPr descr="08" id="257" name="Google Shape;257;p3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447800"/>
            <a:ext cx="9296400" cy="5562600"/>
          </a:xfrm>
          <a:prstGeom prst="rect">
            <a:avLst/>
          </a:prstGeom>
          <a:noFill/>
          <a:ln cap="flat" cmpd="sng" w="9525">
            <a:solidFill>
              <a:srgbClr val="6600CC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6"/>
          <p:cNvSpPr txBox="1"/>
          <p:nvPr/>
        </p:nvSpPr>
        <p:spPr>
          <a:xfrm>
            <a:off x="762000" y="533400"/>
            <a:ext cx="7696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imes New Roman"/>
              <a:buNone/>
            </a:pPr>
            <a:r>
              <a:rPr b="1" i="0" lang="en-US" sz="4400" u="sng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VPN Topology: Types of VPNs</a:t>
            </a:r>
            <a:endParaRPr/>
          </a:p>
        </p:txBody>
      </p:sp>
      <p:sp>
        <p:nvSpPr>
          <p:cNvPr id="263" name="Google Shape;263;p36"/>
          <p:cNvSpPr txBox="1"/>
          <p:nvPr/>
        </p:nvSpPr>
        <p:spPr>
          <a:xfrm>
            <a:off x="762000" y="1752600"/>
            <a:ext cx="76962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Remote access VPN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- Employee to Business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r>
              <a:t/>
            </a:r>
            <a:endParaRPr b="0" i="0" sz="32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Intranet VPN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- Within an organization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32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Extranet VPN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r>
              <a:rPr b="0" i="0" lang="en-US" sz="24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Outside an organization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8"/>
          <p:cNvSpPr txBox="1"/>
          <p:nvPr>
            <p:ph type="title"/>
          </p:nvPr>
        </p:nvSpPr>
        <p:spPr>
          <a:xfrm>
            <a:off x="762000" y="533400"/>
            <a:ext cx="7696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Arial Black"/>
              <a:buNone/>
            </a:pPr>
            <a:r>
              <a:rPr b="0" i="0" lang="en-US" sz="3300" u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  <a:t>VPN Topology: Remote Access VPN</a:t>
            </a:r>
            <a:endParaRPr/>
          </a:p>
        </p:txBody>
      </p:sp>
      <p:pic>
        <p:nvPicPr>
          <p:cNvPr id="274" name="Google Shape;274;p3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0687" y="2009775"/>
            <a:ext cx="5838825" cy="382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9"/>
          <p:cNvSpPr txBox="1"/>
          <p:nvPr>
            <p:ph type="title"/>
          </p:nvPr>
        </p:nvSpPr>
        <p:spPr>
          <a:xfrm>
            <a:off x="762000" y="533400"/>
            <a:ext cx="7696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Arial Black"/>
              <a:buNone/>
            </a:pPr>
            <a:r>
              <a:rPr b="0" i="0" lang="en-US" sz="3300" u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  <a:t>VPN Topology: Intranet VPN</a:t>
            </a:r>
            <a:endParaRPr/>
          </a:p>
        </p:txBody>
      </p:sp>
      <p:pic>
        <p:nvPicPr>
          <p:cNvPr id="280" name="Google Shape;280;p3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7812" y="1981200"/>
            <a:ext cx="6124575" cy="38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0"/>
          <p:cNvSpPr txBox="1"/>
          <p:nvPr>
            <p:ph type="title"/>
          </p:nvPr>
        </p:nvSpPr>
        <p:spPr>
          <a:xfrm>
            <a:off x="762000" y="533400"/>
            <a:ext cx="7696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Arial Black"/>
              <a:buNone/>
            </a:pPr>
            <a:r>
              <a:rPr b="0" i="0" lang="en-US" sz="3300" u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  <a:t>VPN Topology: Extranet VPN</a:t>
            </a:r>
            <a:endParaRPr/>
          </a:p>
        </p:txBody>
      </p:sp>
      <p:pic>
        <p:nvPicPr>
          <p:cNvPr id="286" name="Google Shape;286;p4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2100" y="1905000"/>
            <a:ext cx="6094412" cy="403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1"/>
          <p:cNvSpPr txBox="1"/>
          <p:nvPr>
            <p:ph idx="4294967295" type="title"/>
          </p:nvPr>
        </p:nvSpPr>
        <p:spPr>
          <a:xfrm>
            <a:off x="838200" y="381000"/>
            <a:ext cx="7696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imes New Roman"/>
              <a:buNone/>
            </a:pPr>
            <a:r>
              <a:rPr b="0" i="0" lang="en-US" sz="4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VPN Topology: Advantages and Disadvantages of VPN</a:t>
            </a:r>
            <a:endParaRPr/>
          </a:p>
        </p:txBody>
      </p:sp>
      <p:sp>
        <p:nvSpPr>
          <p:cNvPr id="292" name="Google Shape;292;p41"/>
          <p:cNvSpPr txBox="1"/>
          <p:nvPr>
            <p:ph idx="4294967295" type="body"/>
          </p:nvPr>
        </p:nvSpPr>
        <p:spPr>
          <a:xfrm>
            <a:off x="1219200" y="1905000"/>
            <a:ext cx="76962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Greater scalability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Easy to add/remove users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Reduced long-distance telecommunications costs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Mobility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Security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2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VPN Topology: Advantages and Disadvantages of VPN</a:t>
            </a:r>
            <a:endParaRPr/>
          </a:p>
        </p:txBody>
      </p:sp>
      <p:sp>
        <p:nvSpPr>
          <p:cNvPr id="298" name="Google Shape;298;p42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Disadvantages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Lack of standards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Understanding of security issues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Unpredictable Internet traffic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Difficult to accommodate products from different vendors</a:t>
            </a:r>
            <a:endParaRPr/>
          </a:p>
          <a:p>
            <a:pPr indent="-1079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3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imes New Roman"/>
              <a:buNone/>
            </a:pPr>
            <a:r>
              <a:rPr b="0" i="0" lang="en-US" sz="4400" u="sng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VPN Topology: What is needed?</a:t>
            </a:r>
            <a:endParaRPr/>
          </a:p>
        </p:txBody>
      </p:sp>
      <p:sp>
        <p:nvSpPr>
          <p:cNvPr id="304" name="Google Shape;304;p43"/>
          <p:cNvSpPr txBox="1"/>
          <p:nvPr>
            <p:ph idx="1" type="body"/>
          </p:nvPr>
        </p:nvSpPr>
        <p:spPr>
          <a:xfrm>
            <a:off x="381000" y="1905000"/>
            <a:ext cx="84582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hardware (Servers, workstations,…)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Internet connection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VPN - Router/Switch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to create and manage tunnels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Security Device such as firewall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r>
              <a:t/>
            </a:r>
            <a:endParaRPr b="0" i="0" sz="32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4"/>
          <p:cNvSpPr txBox="1"/>
          <p:nvPr>
            <p:ph type="title"/>
          </p:nvPr>
        </p:nvSpPr>
        <p:spPr>
          <a:xfrm>
            <a:off x="685800" y="4572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VPN Topology: How it works</a:t>
            </a:r>
            <a:endParaRPr/>
          </a:p>
        </p:txBody>
      </p:sp>
      <p:sp>
        <p:nvSpPr>
          <p:cNvPr id="310" name="Google Shape;310;p44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Operates at layer 2 or 3 of OSI model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Layer 2 frame – Ethernet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Layer 3 packet – IP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Tunneling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allows senders to encapsulate their data in IP packets that hide the routing and switching infrastructure of the Internet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ensure data security against unwanted viewers, or hackers. </a:t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5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VPN COMPONENTS</a:t>
            </a:r>
            <a:endParaRPr/>
          </a:p>
        </p:txBody>
      </p:sp>
      <p:sp>
        <p:nvSpPr>
          <p:cNvPr id="316" name="Google Shape;316;p4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are the components of VPN?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6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VPN Components</a:t>
            </a:r>
            <a:endParaRPr/>
          </a:p>
        </p:txBody>
      </p:sp>
      <p:sp>
        <p:nvSpPr>
          <p:cNvPr id="322" name="Google Shape;322;p46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Protocols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Security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Appliances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r>
              <a:t/>
            </a:r>
            <a:endParaRPr b="0" i="0" sz="32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7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VPN Components: Protocols</a:t>
            </a:r>
            <a:endParaRPr/>
          </a:p>
        </p:txBody>
      </p:sp>
      <p:sp>
        <p:nvSpPr>
          <p:cNvPr id="329" name="Google Shape;329;p47"/>
          <p:cNvSpPr txBox="1"/>
          <p:nvPr>
            <p:ph idx="1" type="body"/>
          </p:nvPr>
        </p:nvSpPr>
        <p:spPr>
          <a:xfrm>
            <a:off x="762000" y="1905000"/>
            <a:ext cx="77724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IP Security (IPSec)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Transport mode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Tunnel mode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Point-to-Point Tunneling Protocol (PPTP)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Voluntary tunneling method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PPP (Point-to-Point Protocol)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8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VPN Components: Protocols </a:t>
            </a:r>
            <a:endParaRPr/>
          </a:p>
        </p:txBody>
      </p:sp>
      <p:sp>
        <p:nvSpPr>
          <p:cNvPr id="335" name="Google Shape;335;p48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Layer 2 Tunneling Protocol (L2TP)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Exists at the data link layer of OSI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Composed from PPTP and L2F (Layer 2 Forwarding)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Compulsory tunneling method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9"/>
          <p:cNvSpPr txBox="1"/>
          <p:nvPr>
            <p:ph type="title"/>
          </p:nvPr>
        </p:nvSpPr>
        <p:spPr>
          <a:xfrm>
            <a:off x="457200" y="3048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Arial Black"/>
              <a:buNone/>
            </a:pPr>
            <a:r>
              <a:rPr b="0" i="0" lang="en-US" sz="3300" u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  <a:t>Example of packet encapsulation</a:t>
            </a:r>
            <a:endParaRPr/>
          </a:p>
        </p:txBody>
      </p:sp>
      <p:pic>
        <p:nvPicPr>
          <p:cNvPr descr="vpn" id="341" name="Google Shape;341;p4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600200"/>
            <a:ext cx="7772400" cy="4684712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49"/>
          <p:cNvSpPr txBox="1"/>
          <p:nvPr/>
        </p:nvSpPr>
        <p:spPr>
          <a:xfrm>
            <a:off x="533400" y="6324600"/>
            <a:ext cx="7696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3" name="Google Shape;343;p49"/>
          <p:cNvSpPr/>
          <p:nvPr/>
        </p:nvSpPr>
        <p:spPr>
          <a:xfrm>
            <a:off x="533400" y="5715000"/>
            <a:ext cx="685800" cy="38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35000" y="60000"/>
                </a:moveTo>
                <a:lnTo>
                  <a:pt x="85000" y="15000"/>
                </a:lnTo>
                <a:lnTo>
                  <a:pt x="85000" y="105000"/>
                </a:lnTo>
                <a:close/>
              </a:path>
              <a:path extrusionOk="0" fill="darken" h="120000" w="120000">
                <a:moveTo>
                  <a:pt x="35000" y="60000"/>
                </a:moveTo>
                <a:lnTo>
                  <a:pt x="85000" y="15000"/>
                </a:lnTo>
                <a:lnTo>
                  <a:pt x="85000" y="105000"/>
                </a:lnTo>
                <a:close/>
              </a:path>
              <a:path extrusionOk="0" fill="none" h="120000" w="120000">
                <a:moveTo>
                  <a:pt x="35000" y="60000"/>
                </a:moveTo>
                <a:lnTo>
                  <a:pt x="85000" y="15000"/>
                </a:lnTo>
                <a:lnTo>
                  <a:pt x="85000" y="105000"/>
                </a:lnTo>
                <a:close/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0"/>
          <p:cNvSpPr txBox="1"/>
          <p:nvPr>
            <p:ph idx="4294967295" type="title"/>
          </p:nvPr>
        </p:nvSpPr>
        <p:spPr>
          <a:xfrm>
            <a:off x="914400" y="381000"/>
            <a:ext cx="7696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imes New Roman"/>
              <a:buNone/>
            </a:pPr>
            <a:r>
              <a:rPr b="0" i="0" lang="en-US" sz="4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VPN Components: Security</a:t>
            </a:r>
            <a:endParaRPr/>
          </a:p>
        </p:txBody>
      </p:sp>
      <p:sp>
        <p:nvSpPr>
          <p:cNvPr id="349" name="Google Shape;349;p50"/>
          <p:cNvSpPr txBox="1"/>
          <p:nvPr>
            <p:ph idx="4294967295" type="body"/>
          </p:nvPr>
        </p:nvSpPr>
        <p:spPr>
          <a:xfrm>
            <a:off x="914400" y="1905000"/>
            <a:ext cx="76962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Encryption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Technique for scrambling and unscrambling information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Unscramble – called  plain-text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Scrambled information – cipher-text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1"/>
          <p:cNvSpPr txBox="1"/>
          <p:nvPr>
            <p:ph type="title"/>
          </p:nvPr>
        </p:nvSpPr>
        <p:spPr>
          <a:xfrm>
            <a:off x="762000" y="381000"/>
            <a:ext cx="7696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VPN Components: Security</a:t>
            </a:r>
            <a:endParaRPr/>
          </a:p>
        </p:txBody>
      </p:sp>
      <p:sp>
        <p:nvSpPr>
          <p:cNvPr id="355" name="Google Shape;355;p51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Times New Roman"/>
              <a:buChar char="•"/>
            </a:pPr>
            <a:r>
              <a:rPr b="0" i="0" lang="en-US" sz="27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Times New Roman"/>
              <a:buChar char="–"/>
            </a:pPr>
            <a:r>
              <a:rPr b="0" i="0" lang="en-US" sz="2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Secret code that the encryption algorithm uses to create a unique version of cipher-text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Times New Roman"/>
              <a:buChar char="–"/>
            </a:pPr>
            <a:r>
              <a:rPr b="0" i="0" lang="en-US" sz="2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8-bits keys = 256 combinations or two to the eighth power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Times New Roman"/>
              <a:buChar char="–"/>
            </a:pPr>
            <a:r>
              <a:rPr b="0" i="0" lang="en-US" sz="2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16-bits keys = 65,536 combinations or two to the 16</a:t>
            </a:r>
            <a:r>
              <a:rPr b="0" baseline="30000" i="0" lang="en-US" sz="2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b="0" i="0" lang="en-US" sz="2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power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Times New Roman"/>
              <a:buChar char="–"/>
            </a:pPr>
            <a:r>
              <a:rPr b="0" i="0" lang="en-US" sz="2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56-bits keys = 72,057,594,037,927,900 or two to the 56</a:t>
            </a:r>
            <a:r>
              <a:rPr b="0" baseline="30000" i="0" lang="en-US" sz="2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b="0" i="0" lang="en-US" sz="2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power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Times New Roman"/>
              <a:buChar char="–"/>
            </a:pPr>
            <a:r>
              <a:rPr b="0" i="0" lang="en-US" sz="2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168-bits keys …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2"/>
          <p:cNvSpPr txBox="1"/>
          <p:nvPr>
            <p:ph type="title"/>
          </p:nvPr>
        </p:nvSpPr>
        <p:spPr>
          <a:xfrm>
            <a:off x="762000" y="457200"/>
            <a:ext cx="7696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VPN Components: Security</a:t>
            </a:r>
            <a:endParaRPr/>
          </a:p>
        </p:txBody>
      </p:sp>
      <p:sp>
        <p:nvSpPr>
          <p:cNvPr id="361" name="Google Shape;361;p52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Authentication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Determine if the sender is the authorized person and if the data has been redirect or corrupted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User/System Authentication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Authentication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3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VPN Components: Appliances	</a:t>
            </a:r>
            <a:endParaRPr/>
          </a:p>
        </p:txBody>
      </p:sp>
      <p:sp>
        <p:nvSpPr>
          <p:cNvPr id="367" name="Google Shape;367;p53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Intrusion detection firewalls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Monitors traffic crossing network parameters and protects enterprises from unauthorized access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Packet-level firewall checks source and destination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Application-level firewall acts as a host computer between the organization’s network and the Internet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4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imes New Roman"/>
              <a:buNone/>
            </a:pPr>
            <a:r>
              <a:rPr b="1" i="0" lang="en-US" sz="4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VPN PRODUCTIVITY AND COST BENEFITS</a:t>
            </a:r>
            <a:endParaRPr/>
          </a:p>
        </p:txBody>
      </p:sp>
      <p:sp>
        <p:nvSpPr>
          <p:cNvPr id="373" name="Google Shape;373;p5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can companies benefit from VPN?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5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imes New Roman"/>
              <a:buNone/>
            </a:pPr>
            <a:r>
              <a:rPr b="1" i="0" lang="en-US" sz="4400" u="sng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VPN Productivity and Cost Benefits: Benefits</a:t>
            </a:r>
            <a:endParaRPr/>
          </a:p>
        </p:txBody>
      </p:sp>
      <p:sp>
        <p:nvSpPr>
          <p:cNvPr id="379" name="Google Shape;379;p55"/>
          <p:cNvSpPr txBox="1"/>
          <p:nvPr>
            <p:ph idx="1" type="body"/>
          </p:nvPr>
        </p:nvSpPr>
        <p:spPr>
          <a:xfrm>
            <a:off x="685800" y="2362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Extends geographic connectivity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Boosts employee productivity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Improves Internet security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Scales easily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56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imes New Roman"/>
              <a:buNone/>
            </a:pPr>
            <a:r>
              <a:rPr b="1" i="0" lang="en-US" sz="4400" u="sng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VPN Productivity and Cost Benefit: Costs</a:t>
            </a:r>
            <a:endParaRPr/>
          </a:p>
        </p:txBody>
      </p:sp>
      <p:sp>
        <p:nvSpPr>
          <p:cNvPr id="385" name="Google Shape;385;p56"/>
          <p:cNvSpPr txBox="1"/>
          <p:nvPr>
            <p:ph idx="1" type="body"/>
          </p:nvPr>
        </p:nvSpPr>
        <p:spPr>
          <a:xfrm>
            <a:off x="685800" y="21336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Costs associated with implementing VPN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House implementation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Outsourced implementation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Middle Ground implementation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Ribbons">
  <a:themeElements>
    <a:clrScheme name="Ribbons 1">
      <a:dk1>
        <a:srgbClr val="220011"/>
      </a:dk1>
      <a:lt1>
        <a:srgbClr val="FFFFCC"/>
      </a:lt1>
      <a:dk2>
        <a:srgbClr val="660033"/>
      </a:dk2>
      <a:lt2>
        <a:srgbClr val="FFCC00"/>
      </a:lt2>
      <a:accent1>
        <a:srgbClr val="CC0099"/>
      </a:accent1>
      <a:accent2>
        <a:srgbClr val="56002B"/>
      </a:accent2>
      <a:accent3>
        <a:srgbClr val="B8AAAD"/>
      </a:accent3>
      <a:accent4>
        <a:srgbClr val="DADAAE"/>
      </a:accent4>
      <a:accent5>
        <a:srgbClr val="E2AACA"/>
      </a:accent5>
      <a:accent6>
        <a:srgbClr val="4D0026"/>
      </a:accent6>
      <a:hlink>
        <a:srgbClr val="9C004E"/>
      </a:hlink>
      <a:folHlink>
        <a:srgbClr val="FF66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Studio">
  <a:themeElements>
    <a:clrScheme name="Studio 1">
      <a:dk1>
        <a:srgbClr val="000000"/>
      </a:dk1>
      <a:lt1>
        <a:srgbClr val="FFFFFF"/>
      </a:lt1>
      <a:dk2>
        <a:srgbClr val="336666"/>
      </a:dk2>
      <a:lt2>
        <a:srgbClr val="CCCC99"/>
      </a:lt2>
      <a:accent1>
        <a:srgbClr val="97CDCC"/>
      </a:accent1>
      <a:accent2>
        <a:srgbClr val="D6E0E0"/>
      </a:accent2>
      <a:accent3>
        <a:srgbClr val="FFFFFF"/>
      </a:accent3>
      <a:accent4>
        <a:srgbClr val="000000"/>
      </a:accent4>
      <a:accent5>
        <a:srgbClr val="C9E3E2"/>
      </a:accent5>
      <a:accent6>
        <a:srgbClr val="C2CBCB"/>
      </a:accent6>
      <a:hlink>
        <a:srgbClr val="99CC00"/>
      </a:hlink>
      <a:folHlink>
        <a:srgbClr val="3366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Ribbons">
  <a:themeElements>
    <a:clrScheme name="Ribbons 1">
      <a:dk1>
        <a:srgbClr val="220011"/>
      </a:dk1>
      <a:lt1>
        <a:srgbClr val="FFFFCC"/>
      </a:lt1>
      <a:dk2>
        <a:srgbClr val="660033"/>
      </a:dk2>
      <a:lt2>
        <a:srgbClr val="FFCC00"/>
      </a:lt2>
      <a:accent1>
        <a:srgbClr val="CC0099"/>
      </a:accent1>
      <a:accent2>
        <a:srgbClr val="56002B"/>
      </a:accent2>
      <a:accent3>
        <a:srgbClr val="B8AAAD"/>
      </a:accent3>
      <a:accent4>
        <a:srgbClr val="DADAAE"/>
      </a:accent4>
      <a:accent5>
        <a:srgbClr val="E2AACA"/>
      </a:accent5>
      <a:accent6>
        <a:srgbClr val="4D0026"/>
      </a:accent6>
      <a:hlink>
        <a:srgbClr val="9C004E"/>
      </a:hlink>
      <a:folHlink>
        <a:srgbClr val="FF66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tudio">
  <a:themeElements>
    <a:clrScheme name="Studio 1">
      <a:dk1>
        <a:srgbClr val="000000"/>
      </a:dk1>
      <a:lt1>
        <a:srgbClr val="FFFFFF"/>
      </a:lt1>
      <a:dk2>
        <a:srgbClr val="336666"/>
      </a:dk2>
      <a:lt2>
        <a:srgbClr val="CCCC99"/>
      </a:lt2>
      <a:accent1>
        <a:srgbClr val="97CDCC"/>
      </a:accent1>
      <a:accent2>
        <a:srgbClr val="D6E0E0"/>
      </a:accent2>
      <a:accent3>
        <a:srgbClr val="FFFFFF"/>
      </a:accent3>
      <a:accent4>
        <a:srgbClr val="000000"/>
      </a:accent4>
      <a:accent5>
        <a:srgbClr val="C9E3E2"/>
      </a:accent5>
      <a:accent6>
        <a:srgbClr val="C2CBCB"/>
      </a:accent6>
      <a:hlink>
        <a:srgbClr val="99CC00"/>
      </a:hlink>
      <a:folHlink>
        <a:srgbClr val="3366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