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embeddedFontLst>
    <p:embeddedFont>
      <p:font typeface="Constanti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nstantia-bold.fntdata"/><Relationship Id="rId16" Type="http://schemas.openxmlformats.org/officeDocument/2006/relationships/font" Target="fonts/Constantia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Constantia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nstanti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5" name="Google Shape;85;p12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2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2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3" name="Google Shape;93;p12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1" name="Google Shape;31;p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Cyber Threat Intelligance</a:t>
            </a:r>
            <a:endParaRPr/>
          </a:p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by Mahesh Kumawat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jp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0"/>
            <a:ext cx="7391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.jp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0"/>
            <a:ext cx="7391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.jp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0"/>
            <a:ext cx="7848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.jpg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0"/>
            <a:ext cx="77723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.jpg"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0"/>
            <a:ext cx="80772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.jpg"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0"/>
            <a:ext cx="7924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.jpg" id="146" name="Google Shape;1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0"/>
            <a:ext cx="7924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.jpg" id="151" name="Google Shape;1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0"/>
            <a:ext cx="8001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