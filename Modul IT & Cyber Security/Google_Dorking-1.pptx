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sldIdLst>
    <p:sldId id="259" r:id="rId2"/>
    <p:sldId id="258" r:id="rId3"/>
    <p:sldId id="260" r:id="rId4"/>
    <p:sldId id="261" r:id="rId5"/>
    <p:sldId id="262" r:id="rId6"/>
    <p:sldId id="263" r:id="rId7"/>
    <p:sldId id="266" r:id="rId8"/>
    <p:sldId id="267" r:id="rId9"/>
    <p:sldId id="268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A20905-3954-474B-A606-562BCA026DC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C13AB6D-DEA2-4CBB-AC69-1EF1A6AD1512}">
      <dgm:prSet/>
      <dgm:spPr/>
      <dgm:t>
        <a:bodyPr/>
        <a:lstStyle/>
        <a:p>
          <a:pPr>
            <a:defRPr cap="all"/>
          </a:pPr>
          <a:r>
            <a:rPr lang="en-US" dirty="0"/>
            <a:t>SQL</a:t>
          </a:r>
          <a:r>
            <a:rPr lang="en-US" baseline="0" dirty="0"/>
            <a:t> Injection</a:t>
          </a:r>
          <a:br>
            <a:rPr lang="en-US" baseline="0" dirty="0"/>
          </a:br>
          <a:endParaRPr lang="en-US" baseline="0" dirty="0"/>
        </a:p>
        <a:p>
          <a:pPr>
            <a:defRPr cap="all"/>
          </a:pPr>
          <a:r>
            <a:rPr lang="en-US" baseline="0" dirty="0"/>
            <a:t>- </a:t>
          </a:r>
          <a:r>
            <a:rPr lang="en-ID" baseline="0" dirty="0" err="1"/>
            <a:t>view_items.php?id</a:t>
          </a:r>
          <a:r>
            <a:rPr lang="en-ID" baseline="0" dirty="0"/>
            <a:t>=</a:t>
          </a:r>
        </a:p>
        <a:p>
          <a:r>
            <a:rPr lang="en-ID" baseline="0" dirty="0"/>
            <a:t>-</a:t>
          </a:r>
          <a:r>
            <a:rPr lang="en-ID" baseline="0" dirty="0" err="1"/>
            <a:t>home.php?cat</a:t>
          </a:r>
          <a:r>
            <a:rPr lang="en-ID" baseline="0" dirty="0"/>
            <a:t>=</a:t>
          </a:r>
        </a:p>
        <a:p>
          <a:r>
            <a:rPr lang="en-ID" baseline="0" dirty="0"/>
            <a:t>-</a:t>
          </a:r>
          <a:r>
            <a:rPr lang="en-ID" baseline="0" dirty="0" err="1"/>
            <a:t>item_book.php?CAT</a:t>
          </a:r>
          <a:r>
            <a:rPr lang="en-ID" baseline="0" dirty="0"/>
            <a:t>=</a:t>
          </a:r>
        </a:p>
        <a:p>
          <a:r>
            <a:rPr lang="en-ID" baseline="0" dirty="0"/>
            <a:t>-www/</a:t>
          </a:r>
          <a:r>
            <a:rPr lang="en-ID" baseline="0" dirty="0" err="1"/>
            <a:t>index.php?page</a:t>
          </a:r>
          <a:r>
            <a:rPr lang="en-ID" baseline="0" dirty="0"/>
            <a:t>=</a:t>
          </a:r>
          <a:endParaRPr lang="en-US" dirty="0"/>
        </a:p>
      </dgm:t>
    </dgm:pt>
    <dgm:pt modelId="{2C752582-D9FF-4E04-A92F-827DB4BB5C48}" type="parTrans" cxnId="{4B888393-351D-4489-90C9-5A68061AB236}">
      <dgm:prSet/>
      <dgm:spPr/>
      <dgm:t>
        <a:bodyPr/>
        <a:lstStyle/>
        <a:p>
          <a:endParaRPr lang="en-US"/>
        </a:p>
      </dgm:t>
    </dgm:pt>
    <dgm:pt modelId="{9C64CC83-643C-4E12-8F97-BC19DC031190}" type="sibTrans" cxnId="{4B888393-351D-4489-90C9-5A68061AB236}">
      <dgm:prSet phldrT="01" phldr="0"/>
      <dgm:spPr/>
      <dgm:t>
        <a:bodyPr/>
        <a:lstStyle/>
        <a:p>
          <a:r>
            <a:rPr lang="en-US"/>
            <a:t>01</a:t>
          </a:r>
          <a:endParaRPr lang="en-US" dirty="0"/>
        </a:p>
      </dgm:t>
    </dgm:pt>
    <dgm:pt modelId="{53742231-981F-480A-940F-203EC2F7423F}">
      <dgm:prSet/>
      <dgm:spPr/>
      <dgm:t>
        <a:bodyPr/>
        <a:lstStyle/>
        <a:p>
          <a:pPr>
            <a:defRPr cap="all"/>
          </a:pPr>
          <a:r>
            <a:rPr lang="en-US" dirty="0" err="1"/>
            <a:t>Idor</a:t>
          </a:r>
          <a:endParaRPr lang="en-US" dirty="0"/>
        </a:p>
        <a:p>
          <a:pPr>
            <a:defRPr cap="all"/>
          </a:pPr>
          <a:r>
            <a:rPr lang="en-US" dirty="0"/>
            <a:t>- </a:t>
          </a:r>
          <a:r>
            <a:rPr lang="en-ID" b="1" i="0" dirty="0" err="1"/>
            <a:t>inurl</a:t>
          </a:r>
          <a:r>
            <a:rPr lang="en-ID" b="1" i="0" dirty="0"/>
            <a:t>:”login”</a:t>
          </a:r>
        </a:p>
        <a:p>
          <a:pPr>
            <a:defRPr cap="all"/>
          </a:pPr>
          <a:r>
            <a:rPr lang="en-ID" b="1" i="0" dirty="0"/>
            <a:t>- Register</a:t>
          </a:r>
        </a:p>
        <a:p>
          <a:pPr>
            <a:defRPr cap="all"/>
          </a:pPr>
          <a:endParaRPr lang="en-ID" b="1" i="0" dirty="0"/>
        </a:p>
        <a:p>
          <a:pPr>
            <a:defRPr cap="all"/>
          </a:pPr>
          <a:endParaRPr lang="en-US" dirty="0"/>
        </a:p>
      </dgm:t>
    </dgm:pt>
    <dgm:pt modelId="{2FC75195-FBA1-43DE-85DD-40B4B3A2F1F3}" type="parTrans" cxnId="{F226B1C2-5D99-403A-8240-EAD6BD4D8534}">
      <dgm:prSet/>
      <dgm:spPr/>
      <dgm:t>
        <a:bodyPr/>
        <a:lstStyle/>
        <a:p>
          <a:endParaRPr lang="en-US"/>
        </a:p>
      </dgm:t>
    </dgm:pt>
    <dgm:pt modelId="{EF449C32-A7AE-4099-9E9B-9E2F736A89CE}" type="sibTrans" cxnId="{F226B1C2-5D99-403A-8240-EAD6BD4D8534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9EF41CC5-EF3B-4A6D-8229-3F1333EADFB3}">
      <dgm:prSet/>
      <dgm:spPr/>
      <dgm:t>
        <a:bodyPr/>
        <a:lstStyle/>
        <a:p>
          <a:pPr>
            <a:defRPr cap="all"/>
          </a:pPr>
          <a:r>
            <a:rPr lang="en-US" dirty="0"/>
            <a:t>Sensitive data </a:t>
          </a:r>
        </a:p>
        <a:p>
          <a:pPr>
            <a:defRPr cap="all"/>
          </a:pPr>
          <a:r>
            <a:rPr lang="en-US" dirty="0"/>
            <a:t>-</a:t>
          </a:r>
          <a:r>
            <a:rPr lang="en-US" dirty="0" err="1"/>
            <a:t>intext:”DB</a:t>
          </a:r>
          <a:r>
            <a:rPr lang="en-US" dirty="0"/>
            <a:t>_”</a:t>
          </a:r>
        </a:p>
        <a:p>
          <a:pPr>
            <a:defRPr cap="all"/>
          </a:pPr>
          <a:r>
            <a:rPr lang="en-US" dirty="0"/>
            <a:t>-</a:t>
          </a:r>
          <a:r>
            <a:rPr lang="en-US" dirty="0" err="1"/>
            <a:t>inurl</a:t>
          </a:r>
          <a:r>
            <a:rPr lang="en-US" dirty="0"/>
            <a:t>:.git</a:t>
          </a:r>
        </a:p>
        <a:p>
          <a:pPr>
            <a:defRPr cap="all"/>
          </a:pPr>
          <a:r>
            <a:rPr lang="en-US" dirty="0"/>
            <a:t>-</a:t>
          </a:r>
          <a:r>
            <a:rPr lang="en-ID" dirty="0" err="1"/>
            <a:t>intitle:"index</a:t>
          </a:r>
          <a:r>
            <a:rPr lang="en-ID" dirty="0"/>
            <a:t> of"</a:t>
          </a:r>
          <a:endParaRPr lang="en-US" dirty="0"/>
        </a:p>
        <a:p>
          <a:pPr>
            <a:defRPr cap="all"/>
          </a:pPr>
          <a:endParaRPr lang="en-US" dirty="0"/>
        </a:p>
      </dgm:t>
    </dgm:pt>
    <dgm:pt modelId="{DAEF1C7D-B0C5-46FA-BED3-8A54E918D3E0}" type="parTrans" cxnId="{E476EEBC-7C9F-4E07-BD58-1044B9769B64}">
      <dgm:prSet/>
      <dgm:spPr/>
      <dgm:t>
        <a:bodyPr/>
        <a:lstStyle/>
        <a:p>
          <a:endParaRPr lang="en-US"/>
        </a:p>
      </dgm:t>
    </dgm:pt>
    <dgm:pt modelId="{98E6DD7C-B953-4119-9F64-9914E467ECBF}" type="sibTrans" cxnId="{E476EEBC-7C9F-4E07-BD58-1044B9769B64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579698BD-D232-4926-8D7B-29A69B90858B}" type="pres">
      <dgm:prSet presAssocID="{8AA20905-3954-474B-A606-562BCA026DC1}" presName="Name0" presStyleCnt="0">
        <dgm:presLayoutVars>
          <dgm:animLvl val="lvl"/>
          <dgm:resizeHandles val="exact"/>
        </dgm:presLayoutVars>
      </dgm:prSet>
      <dgm:spPr/>
    </dgm:pt>
    <dgm:pt modelId="{3DD5B223-886E-4FC7-BDA1-ECA869A474EC}" type="pres">
      <dgm:prSet presAssocID="{DC13AB6D-DEA2-4CBB-AC69-1EF1A6AD1512}" presName="compositeNode" presStyleCnt="0">
        <dgm:presLayoutVars>
          <dgm:bulletEnabled val="1"/>
        </dgm:presLayoutVars>
      </dgm:prSet>
      <dgm:spPr/>
    </dgm:pt>
    <dgm:pt modelId="{DA3A6BD4-857F-4C66-97FA-B1E1C180A950}" type="pres">
      <dgm:prSet presAssocID="{DC13AB6D-DEA2-4CBB-AC69-1EF1A6AD1512}" presName="bgRect" presStyleLbl="alignNode1" presStyleIdx="0" presStyleCnt="3" custLinFactNeighborX="-12036" custLinFactNeighborY="-6102"/>
      <dgm:spPr/>
    </dgm:pt>
    <dgm:pt modelId="{BBA91679-4684-4A04-8AEB-03038C78A75C}" type="pres">
      <dgm:prSet presAssocID="{9C64CC83-643C-4E12-8F97-BC19DC031190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5F398AEE-BC0F-4F30-99FA-92D67A176C2D}" type="pres">
      <dgm:prSet presAssocID="{DC13AB6D-DEA2-4CBB-AC69-1EF1A6AD1512}" presName="nodeRect" presStyleLbl="alignNode1" presStyleIdx="0" presStyleCnt="3">
        <dgm:presLayoutVars>
          <dgm:bulletEnabled val="1"/>
        </dgm:presLayoutVars>
      </dgm:prSet>
      <dgm:spPr/>
    </dgm:pt>
    <dgm:pt modelId="{3C27A223-AC17-40BD-B7C5-0447661C2934}" type="pres">
      <dgm:prSet presAssocID="{9C64CC83-643C-4E12-8F97-BC19DC031190}" presName="sibTrans" presStyleCnt="0"/>
      <dgm:spPr/>
    </dgm:pt>
    <dgm:pt modelId="{0864151C-845B-4A50-9755-7EE613694D81}" type="pres">
      <dgm:prSet presAssocID="{53742231-981F-480A-940F-203EC2F7423F}" presName="compositeNode" presStyleCnt="0">
        <dgm:presLayoutVars>
          <dgm:bulletEnabled val="1"/>
        </dgm:presLayoutVars>
      </dgm:prSet>
      <dgm:spPr/>
    </dgm:pt>
    <dgm:pt modelId="{00AE7F27-0E5D-4AFB-ACD6-B5A19E79EA42}" type="pres">
      <dgm:prSet presAssocID="{53742231-981F-480A-940F-203EC2F7423F}" presName="bgRect" presStyleLbl="alignNode1" presStyleIdx="1" presStyleCnt="3" custLinFactNeighborX="-17" custLinFactNeighborY="-2484"/>
      <dgm:spPr/>
    </dgm:pt>
    <dgm:pt modelId="{975C752B-C37A-4BA6-A3AE-2202A141404A}" type="pres">
      <dgm:prSet presAssocID="{EF449C32-A7AE-4099-9E9B-9E2F736A89CE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C5BDCA19-B754-421E-A6CC-628F80FC74CB}" type="pres">
      <dgm:prSet presAssocID="{53742231-981F-480A-940F-203EC2F7423F}" presName="nodeRect" presStyleLbl="alignNode1" presStyleIdx="1" presStyleCnt="3">
        <dgm:presLayoutVars>
          <dgm:bulletEnabled val="1"/>
        </dgm:presLayoutVars>
      </dgm:prSet>
      <dgm:spPr/>
    </dgm:pt>
    <dgm:pt modelId="{3E36C1DA-E751-469B-91D5-B7ADF3790DAB}" type="pres">
      <dgm:prSet presAssocID="{EF449C32-A7AE-4099-9E9B-9E2F736A89CE}" presName="sibTrans" presStyleCnt="0"/>
      <dgm:spPr/>
    </dgm:pt>
    <dgm:pt modelId="{19974A3A-09A4-40DE-BB0F-D9AED1ACB06E}" type="pres">
      <dgm:prSet presAssocID="{9EF41CC5-EF3B-4A6D-8229-3F1333EADFB3}" presName="compositeNode" presStyleCnt="0">
        <dgm:presLayoutVars>
          <dgm:bulletEnabled val="1"/>
        </dgm:presLayoutVars>
      </dgm:prSet>
      <dgm:spPr/>
    </dgm:pt>
    <dgm:pt modelId="{CAD62F17-E99D-4FEF-B376-961CA4CB20EB}" type="pres">
      <dgm:prSet presAssocID="{9EF41CC5-EF3B-4A6D-8229-3F1333EADFB3}" presName="bgRect" presStyleLbl="alignNode1" presStyleIdx="2" presStyleCnt="3" custLinFactNeighborX="9"/>
      <dgm:spPr/>
    </dgm:pt>
    <dgm:pt modelId="{E20811D6-E5D4-4C9E-AABF-9E0E1902CA2C}" type="pres">
      <dgm:prSet presAssocID="{98E6DD7C-B953-4119-9F64-9914E467ECBF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67D48337-9200-42EF-A956-8FC92E9B78D2}" type="pres">
      <dgm:prSet presAssocID="{9EF41CC5-EF3B-4A6D-8229-3F1333EADFB3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43B61840-F115-4174-96B9-DA0C0E83489E}" type="presOf" srcId="{9EF41CC5-EF3B-4A6D-8229-3F1333EADFB3}" destId="{CAD62F17-E99D-4FEF-B376-961CA4CB20EB}" srcOrd="0" destOrd="0" presId="urn:microsoft.com/office/officeart/2016/7/layout/LinearBlockProcessNumbered"/>
    <dgm:cxn modelId="{0439566F-A180-439C-8FAE-14E400EF2DCF}" type="presOf" srcId="{8AA20905-3954-474B-A606-562BCA026DC1}" destId="{579698BD-D232-4926-8D7B-29A69B90858B}" srcOrd="0" destOrd="0" presId="urn:microsoft.com/office/officeart/2016/7/layout/LinearBlockProcessNumbered"/>
    <dgm:cxn modelId="{29280853-1A86-48A7-BA30-A3847B3BBF6D}" type="presOf" srcId="{98E6DD7C-B953-4119-9F64-9914E467ECBF}" destId="{E20811D6-E5D4-4C9E-AABF-9E0E1902CA2C}" srcOrd="0" destOrd="0" presId="urn:microsoft.com/office/officeart/2016/7/layout/LinearBlockProcessNumbered"/>
    <dgm:cxn modelId="{F6B1598F-1951-460F-BB68-54B32A798437}" type="presOf" srcId="{DC13AB6D-DEA2-4CBB-AC69-1EF1A6AD1512}" destId="{5F398AEE-BC0F-4F30-99FA-92D67A176C2D}" srcOrd="1" destOrd="0" presId="urn:microsoft.com/office/officeart/2016/7/layout/LinearBlockProcessNumbered"/>
    <dgm:cxn modelId="{4B888393-351D-4489-90C9-5A68061AB236}" srcId="{8AA20905-3954-474B-A606-562BCA026DC1}" destId="{DC13AB6D-DEA2-4CBB-AC69-1EF1A6AD1512}" srcOrd="0" destOrd="0" parTransId="{2C752582-D9FF-4E04-A92F-827DB4BB5C48}" sibTransId="{9C64CC83-643C-4E12-8F97-BC19DC031190}"/>
    <dgm:cxn modelId="{BA068B95-2DA2-453B-8162-90B6AB26C20F}" type="presOf" srcId="{DC13AB6D-DEA2-4CBB-AC69-1EF1A6AD1512}" destId="{DA3A6BD4-857F-4C66-97FA-B1E1C180A950}" srcOrd="0" destOrd="0" presId="urn:microsoft.com/office/officeart/2016/7/layout/LinearBlockProcessNumbered"/>
    <dgm:cxn modelId="{07D44DA2-D4CF-4582-A029-20843D5E0F23}" type="presOf" srcId="{53742231-981F-480A-940F-203EC2F7423F}" destId="{C5BDCA19-B754-421E-A6CC-628F80FC74CB}" srcOrd="1" destOrd="0" presId="urn:microsoft.com/office/officeart/2016/7/layout/LinearBlockProcessNumbered"/>
    <dgm:cxn modelId="{E476EEBC-7C9F-4E07-BD58-1044B9769B64}" srcId="{8AA20905-3954-474B-A606-562BCA026DC1}" destId="{9EF41CC5-EF3B-4A6D-8229-3F1333EADFB3}" srcOrd="2" destOrd="0" parTransId="{DAEF1C7D-B0C5-46FA-BED3-8A54E918D3E0}" sibTransId="{98E6DD7C-B953-4119-9F64-9914E467ECBF}"/>
    <dgm:cxn modelId="{FDD130C2-CD74-4EFB-A226-A939177EE674}" type="presOf" srcId="{53742231-981F-480A-940F-203EC2F7423F}" destId="{00AE7F27-0E5D-4AFB-ACD6-B5A19E79EA42}" srcOrd="0" destOrd="0" presId="urn:microsoft.com/office/officeart/2016/7/layout/LinearBlockProcessNumbered"/>
    <dgm:cxn modelId="{F226B1C2-5D99-403A-8240-EAD6BD4D8534}" srcId="{8AA20905-3954-474B-A606-562BCA026DC1}" destId="{53742231-981F-480A-940F-203EC2F7423F}" srcOrd="1" destOrd="0" parTransId="{2FC75195-FBA1-43DE-85DD-40B4B3A2F1F3}" sibTransId="{EF449C32-A7AE-4099-9E9B-9E2F736A89CE}"/>
    <dgm:cxn modelId="{714928C7-F07E-48C4-BE9E-4842896AB09C}" type="presOf" srcId="{9C64CC83-643C-4E12-8F97-BC19DC031190}" destId="{BBA91679-4684-4A04-8AEB-03038C78A75C}" srcOrd="0" destOrd="0" presId="urn:microsoft.com/office/officeart/2016/7/layout/LinearBlockProcessNumbered"/>
    <dgm:cxn modelId="{7D7B6CF4-1A1D-4E61-B5FE-C95185EF2648}" type="presOf" srcId="{9EF41CC5-EF3B-4A6D-8229-3F1333EADFB3}" destId="{67D48337-9200-42EF-A956-8FC92E9B78D2}" srcOrd="1" destOrd="0" presId="urn:microsoft.com/office/officeart/2016/7/layout/LinearBlockProcessNumbered"/>
    <dgm:cxn modelId="{B9FDDAF6-ABE3-43D5-A54F-4A0002D3FD47}" type="presOf" srcId="{EF449C32-A7AE-4099-9E9B-9E2F736A89CE}" destId="{975C752B-C37A-4BA6-A3AE-2202A141404A}" srcOrd="0" destOrd="0" presId="urn:microsoft.com/office/officeart/2016/7/layout/LinearBlockProcessNumbered"/>
    <dgm:cxn modelId="{6A5BED3A-71F8-4A71-9E51-1F50D58497B5}" type="presParOf" srcId="{579698BD-D232-4926-8D7B-29A69B90858B}" destId="{3DD5B223-886E-4FC7-BDA1-ECA869A474EC}" srcOrd="0" destOrd="0" presId="urn:microsoft.com/office/officeart/2016/7/layout/LinearBlockProcessNumbered"/>
    <dgm:cxn modelId="{50ED9B3F-B939-4662-8866-7D833C2E0794}" type="presParOf" srcId="{3DD5B223-886E-4FC7-BDA1-ECA869A474EC}" destId="{DA3A6BD4-857F-4C66-97FA-B1E1C180A950}" srcOrd="0" destOrd="0" presId="urn:microsoft.com/office/officeart/2016/7/layout/LinearBlockProcessNumbered"/>
    <dgm:cxn modelId="{0D013F25-1B82-4F7B-AEF4-E93C2E95B0C3}" type="presParOf" srcId="{3DD5B223-886E-4FC7-BDA1-ECA869A474EC}" destId="{BBA91679-4684-4A04-8AEB-03038C78A75C}" srcOrd="1" destOrd="0" presId="urn:microsoft.com/office/officeart/2016/7/layout/LinearBlockProcessNumbered"/>
    <dgm:cxn modelId="{1E713196-E09A-42B0-BC2D-5294D0D9C36F}" type="presParOf" srcId="{3DD5B223-886E-4FC7-BDA1-ECA869A474EC}" destId="{5F398AEE-BC0F-4F30-99FA-92D67A176C2D}" srcOrd="2" destOrd="0" presId="urn:microsoft.com/office/officeart/2016/7/layout/LinearBlockProcessNumbered"/>
    <dgm:cxn modelId="{F8935481-B234-48A2-8E9B-6F423817537E}" type="presParOf" srcId="{579698BD-D232-4926-8D7B-29A69B90858B}" destId="{3C27A223-AC17-40BD-B7C5-0447661C2934}" srcOrd="1" destOrd="0" presId="urn:microsoft.com/office/officeart/2016/7/layout/LinearBlockProcessNumbered"/>
    <dgm:cxn modelId="{2A71550B-14EE-4B95-A40C-E132F64E84DB}" type="presParOf" srcId="{579698BD-D232-4926-8D7B-29A69B90858B}" destId="{0864151C-845B-4A50-9755-7EE613694D81}" srcOrd="2" destOrd="0" presId="urn:microsoft.com/office/officeart/2016/7/layout/LinearBlockProcessNumbered"/>
    <dgm:cxn modelId="{819F34FD-11F2-459D-B90D-FA1539737ADA}" type="presParOf" srcId="{0864151C-845B-4A50-9755-7EE613694D81}" destId="{00AE7F27-0E5D-4AFB-ACD6-B5A19E79EA42}" srcOrd="0" destOrd="0" presId="urn:microsoft.com/office/officeart/2016/7/layout/LinearBlockProcessNumbered"/>
    <dgm:cxn modelId="{FAA4A22E-63A9-40D7-AF37-15573F3C350A}" type="presParOf" srcId="{0864151C-845B-4A50-9755-7EE613694D81}" destId="{975C752B-C37A-4BA6-A3AE-2202A141404A}" srcOrd="1" destOrd="0" presId="urn:microsoft.com/office/officeart/2016/7/layout/LinearBlockProcessNumbered"/>
    <dgm:cxn modelId="{ABA4B620-C848-4944-B91E-2E492EED893C}" type="presParOf" srcId="{0864151C-845B-4A50-9755-7EE613694D81}" destId="{C5BDCA19-B754-421E-A6CC-628F80FC74CB}" srcOrd="2" destOrd="0" presId="urn:microsoft.com/office/officeart/2016/7/layout/LinearBlockProcessNumbered"/>
    <dgm:cxn modelId="{981D06A1-F8EB-4C14-9C2A-EA505D9C81FA}" type="presParOf" srcId="{579698BD-D232-4926-8D7B-29A69B90858B}" destId="{3E36C1DA-E751-469B-91D5-B7ADF3790DAB}" srcOrd="3" destOrd="0" presId="urn:microsoft.com/office/officeart/2016/7/layout/LinearBlockProcessNumbered"/>
    <dgm:cxn modelId="{D7BB022A-2504-497B-9672-D97F4CB95B15}" type="presParOf" srcId="{579698BD-D232-4926-8D7B-29A69B90858B}" destId="{19974A3A-09A4-40DE-BB0F-D9AED1ACB06E}" srcOrd="4" destOrd="0" presId="urn:microsoft.com/office/officeart/2016/7/layout/LinearBlockProcessNumbered"/>
    <dgm:cxn modelId="{A085F843-0169-43CB-B042-74EAB6E1674B}" type="presParOf" srcId="{19974A3A-09A4-40DE-BB0F-D9AED1ACB06E}" destId="{CAD62F17-E99D-4FEF-B376-961CA4CB20EB}" srcOrd="0" destOrd="0" presId="urn:microsoft.com/office/officeart/2016/7/layout/LinearBlockProcessNumbered"/>
    <dgm:cxn modelId="{A179DBCD-25F3-44B6-BAA7-26EBC7B29448}" type="presParOf" srcId="{19974A3A-09A4-40DE-BB0F-D9AED1ACB06E}" destId="{E20811D6-E5D4-4C9E-AABF-9E0E1902CA2C}" srcOrd="1" destOrd="0" presId="urn:microsoft.com/office/officeart/2016/7/layout/LinearBlockProcessNumbered"/>
    <dgm:cxn modelId="{7429BDE6-E17F-4E08-960D-D62B256C81F6}" type="presParOf" srcId="{19974A3A-09A4-40DE-BB0F-D9AED1ACB06E}" destId="{67D48337-9200-42EF-A956-8FC92E9B78D2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3A6BD4-857F-4C66-97FA-B1E1C180A950}">
      <dsp:nvSpPr>
        <dsp:cNvPr id="0" name=""/>
        <dsp:cNvSpPr/>
      </dsp:nvSpPr>
      <dsp:spPr>
        <a:xfrm>
          <a:off x="0" y="0"/>
          <a:ext cx="3275967" cy="37147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SQL</a:t>
          </a:r>
          <a:r>
            <a:rPr lang="en-US" sz="1800" kern="1200" baseline="0" dirty="0"/>
            <a:t> Injection</a:t>
          </a:r>
          <a:br>
            <a:rPr lang="en-US" sz="1800" kern="1200" baseline="0" dirty="0"/>
          </a:br>
          <a:endParaRPr lang="en-US" sz="1800" kern="1200" baseline="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baseline="0" dirty="0"/>
            <a:t>- </a:t>
          </a:r>
          <a:r>
            <a:rPr lang="en-ID" sz="1800" kern="1200" baseline="0" dirty="0" err="1"/>
            <a:t>view_items.php?id</a:t>
          </a:r>
          <a:r>
            <a:rPr lang="en-ID" sz="1800" kern="1200" baseline="0" dirty="0"/>
            <a:t>=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800" kern="1200" baseline="0" dirty="0"/>
            <a:t>-</a:t>
          </a:r>
          <a:r>
            <a:rPr lang="en-ID" sz="1800" kern="1200" baseline="0" dirty="0" err="1"/>
            <a:t>home.php?cat</a:t>
          </a:r>
          <a:r>
            <a:rPr lang="en-ID" sz="1800" kern="1200" baseline="0" dirty="0"/>
            <a:t>=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800" kern="1200" baseline="0" dirty="0"/>
            <a:t>-</a:t>
          </a:r>
          <a:r>
            <a:rPr lang="en-ID" sz="1800" kern="1200" baseline="0" dirty="0" err="1"/>
            <a:t>item_book.php?CAT</a:t>
          </a:r>
          <a:r>
            <a:rPr lang="en-ID" sz="1800" kern="1200" baseline="0" dirty="0"/>
            <a:t>=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800" kern="1200" baseline="0" dirty="0"/>
            <a:t>-www/</a:t>
          </a:r>
          <a:r>
            <a:rPr lang="en-ID" sz="1800" kern="1200" baseline="0" dirty="0" err="1"/>
            <a:t>index.php?page</a:t>
          </a:r>
          <a:r>
            <a:rPr lang="en-ID" sz="1800" kern="1200" baseline="0" dirty="0"/>
            <a:t>=</a:t>
          </a:r>
          <a:endParaRPr lang="en-US" sz="1800" kern="1200" dirty="0"/>
        </a:p>
      </dsp:txBody>
      <dsp:txXfrm>
        <a:off x="0" y="1485900"/>
        <a:ext cx="3275967" cy="2228850"/>
      </dsp:txXfrm>
    </dsp:sp>
    <dsp:sp modelId="{BBA91679-4684-4A04-8AEB-03038C78A75C}">
      <dsp:nvSpPr>
        <dsp:cNvPr id="0" name=""/>
        <dsp:cNvSpPr/>
      </dsp:nvSpPr>
      <dsp:spPr>
        <a:xfrm>
          <a:off x="808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  <a:endParaRPr lang="en-US" sz="6600" kern="1200" dirty="0"/>
        </a:p>
      </dsp:txBody>
      <dsp:txXfrm>
        <a:off x="808" y="0"/>
        <a:ext cx="3275967" cy="1485900"/>
      </dsp:txXfrm>
    </dsp:sp>
    <dsp:sp modelId="{00AE7F27-0E5D-4AFB-ACD6-B5A19E79EA42}">
      <dsp:nvSpPr>
        <dsp:cNvPr id="0" name=""/>
        <dsp:cNvSpPr/>
      </dsp:nvSpPr>
      <dsp:spPr>
        <a:xfrm>
          <a:off x="3538296" y="0"/>
          <a:ext cx="3275967" cy="37147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 err="1"/>
            <a:t>Idor</a:t>
          </a:r>
          <a:endParaRPr lang="en-US" sz="180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- </a:t>
          </a:r>
          <a:r>
            <a:rPr lang="en-ID" sz="1800" b="1" i="0" kern="1200" dirty="0" err="1"/>
            <a:t>inurl</a:t>
          </a:r>
          <a:r>
            <a:rPr lang="en-ID" sz="1800" b="1" i="0" kern="1200" dirty="0"/>
            <a:t>:”login”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D" sz="1800" b="1" i="0" kern="1200" dirty="0"/>
            <a:t>- Register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endParaRPr lang="en-ID" sz="1800" b="1" i="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endParaRPr lang="en-US" sz="1800" kern="1200" dirty="0"/>
        </a:p>
      </dsp:txBody>
      <dsp:txXfrm>
        <a:off x="3538296" y="1485900"/>
        <a:ext cx="3275967" cy="2228850"/>
      </dsp:txXfrm>
    </dsp:sp>
    <dsp:sp modelId="{975C752B-C37A-4BA6-A3AE-2202A141404A}">
      <dsp:nvSpPr>
        <dsp:cNvPr id="0" name=""/>
        <dsp:cNvSpPr/>
      </dsp:nvSpPr>
      <dsp:spPr>
        <a:xfrm>
          <a:off x="3538853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538853" y="0"/>
        <a:ext cx="3275967" cy="1485900"/>
      </dsp:txXfrm>
    </dsp:sp>
    <dsp:sp modelId="{CAD62F17-E99D-4FEF-B376-961CA4CB20EB}">
      <dsp:nvSpPr>
        <dsp:cNvPr id="0" name=""/>
        <dsp:cNvSpPr/>
      </dsp:nvSpPr>
      <dsp:spPr>
        <a:xfrm>
          <a:off x="7077193" y="0"/>
          <a:ext cx="3275967" cy="37147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Sensitive data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-</a:t>
          </a:r>
          <a:r>
            <a:rPr lang="en-US" sz="1800" kern="1200" dirty="0" err="1"/>
            <a:t>intext:”DB</a:t>
          </a:r>
          <a:r>
            <a:rPr lang="en-US" sz="1800" kern="1200" dirty="0"/>
            <a:t>_”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-</a:t>
          </a:r>
          <a:r>
            <a:rPr lang="en-US" sz="1800" kern="1200" dirty="0" err="1"/>
            <a:t>inurl</a:t>
          </a:r>
          <a:r>
            <a:rPr lang="en-US" sz="1800" kern="1200" dirty="0"/>
            <a:t>:.git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-</a:t>
          </a:r>
          <a:r>
            <a:rPr lang="en-ID" sz="1800" kern="1200" dirty="0" err="1"/>
            <a:t>intitle:"index</a:t>
          </a:r>
          <a:r>
            <a:rPr lang="en-ID" sz="1800" kern="1200" dirty="0"/>
            <a:t> of"</a:t>
          </a:r>
          <a:endParaRPr lang="en-US" sz="180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endParaRPr lang="en-US" sz="1800" kern="1200" dirty="0"/>
        </a:p>
      </dsp:txBody>
      <dsp:txXfrm>
        <a:off x="7077193" y="1485900"/>
        <a:ext cx="3275967" cy="2228850"/>
      </dsp:txXfrm>
    </dsp:sp>
    <dsp:sp modelId="{E20811D6-E5D4-4C9E-AABF-9E0E1902CA2C}">
      <dsp:nvSpPr>
        <dsp:cNvPr id="0" name=""/>
        <dsp:cNvSpPr/>
      </dsp:nvSpPr>
      <dsp:spPr>
        <a:xfrm>
          <a:off x="7076898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076898" y="0"/>
        <a:ext cx="3275967" cy="14859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8/23/2023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8/23/2023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8/23/2023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8/23/2023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8/23/2023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8/23/2023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8/23/2023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8/23/2023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8/23/2023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8/23/2023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8/23/2023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8/23/2023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8/23/2023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8/23/2023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8/23/2023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8/23/2023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8/23/2023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8/23/2023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E8A46305-92B8-43F7-9991-8C7853A007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9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0"/>
            <a:ext cx="9440034" cy="2648381"/>
          </a:xfrm>
        </p:spPr>
        <p:txBody>
          <a:bodyPr>
            <a:normAutofit/>
          </a:bodyPr>
          <a:lstStyle/>
          <a:p>
            <a:r>
              <a:rPr lang="en-US" sz="7200" b="1" dirty="0">
                <a:latin typeface="Copperplate Gothic Bold" panose="020E0705020206020404" pitchFamily="34" charset="0"/>
              </a:rPr>
              <a:t>Google Dorking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2774197"/>
            <a:ext cx="9440034" cy="1397951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META4SEC</a:t>
            </a:r>
          </a:p>
          <a:p>
            <a:r>
              <a:rPr lang="en-US" sz="2800" b="1" dirty="0">
                <a:solidFill>
                  <a:srgbClr val="FFFF00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By. </a:t>
            </a:r>
            <a:r>
              <a:rPr lang="en-US" sz="2800" b="1" dirty="0" err="1">
                <a:solidFill>
                  <a:srgbClr val="FFFF00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Elvies</a:t>
            </a:r>
            <a:r>
              <a:rPr lang="en-US" sz="2800" b="1" dirty="0">
                <a:solidFill>
                  <a:srgbClr val="FFFF00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 </a:t>
            </a:r>
            <a:r>
              <a:rPr lang="en-US" sz="2800" b="1" dirty="0" err="1">
                <a:solidFill>
                  <a:srgbClr val="FFFF00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Kamti</a:t>
            </a:r>
            <a:endParaRPr lang="en-US" sz="2800" b="1" dirty="0">
              <a:solidFill>
                <a:srgbClr val="FFFF00"/>
              </a:solidFill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C7FFDC0-C854-478E-B926-701DA0F8EA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114" y="2812848"/>
            <a:ext cx="427839" cy="38877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70C86DB-7B39-4D12-B3FD-7DE9A1A981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90" y="0"/>
            <a:ext cx="1334490" cy="121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>
            <a:normAutofit/>
          </a:bodyPr>
          <a:lstStyle/>
          <a:p>
            <a:r>
              <a:rPr lang="en-US" dirty="0"/>
              <a:t>The Function of Google Dorking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AED04DAF-1E3F-4397-8834-E64118E9B2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4637497"/>
              </p:ext>
            </p:extLst>
          </p:nvPr>
        </p:nvGraphicFramePr>
        <p:xfrm>
          <a:off x="914400" y="2076450"/>
          <a:ext cx="10353675" cy="3714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89089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968CBAA-E322-4530-BE05-290D6940C7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147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4E9897-CDFB-488A-8BC3-3494EB544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Britannic Bold" panose="020B0903060703020204" pitchFamily="34" charset="0"/>
              </a:rPr>
              <a:t>Google Dorking </a:t>
            </a:r>
            <a:endParaRPr lang="en-ID" dirty="0">
              <a:solidFill>
                <a:srgbClr val="FF0000"/>
              </a:solidFill>
              <a:latin typeface="Britannic Bold" panose="020B0903060703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A1D88-ED92-40C1-977C-C5C61A147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i="0" dirty="0">
                <a:solidFill>
                  <a:schemeClr val="tx1"/>
                </a:solidFill>
                <a:effectLst/>
                <a:latin typeface="-apple-system"/>
              </a:rPr>
              <a:t>Dork </a:t>
            </a:r>
            <a:r>
              <a:rPr lang="en-ID" b="1" i="0" dirty="0" err="1">
                <a:solidFill>
                  <a:schemeClr val="tx1"/>
                </a:solidFill>
                <a:effectLst/>
                <a:latin typeface="-apple-system"/>
              </a:rPr>
              <a:t>adalah</a:t>
            </a:r>
            <a:r>
              <a:rPr lang="en-ID" b="1" i="0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en-ID" b="1" i="0" dirty="0" err="1">
                <a:solidFill>
                  <a:schemeClr val="tx1"/>
                </a:solidFill>
                <a:effectLst/>
                <a:latin typeface="-apple-system"/>
              </a:rPr>
              <a:t>sebuah</a:t>
            </a:r>
            <a:r>
              <a:rPr lang="en-ID" b="1" i="0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en-ID" b="1" i="0" dirty="0" err="1">
                <a:solidFill>
                  <a:schemeClr val="tx1"/>
                </a:solidFill>
                <a:effectLst/>
                <a:latin typeface="-apple-system"/>
              </a:rPr>
              <a:t>tindakan</a:t>
            </a:r>
            <a:r>
              <a:rPr lang="en-ID" b="1" i="0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en-ID" b="1" i="0" dirty="0" err="1">
                <a:solidFill>
                  <a:schemeClr val="tx1"/>
                </a:solidFill>
                <a:effectLst/>
                <a:latin typeface="-apple-system"/>
              </a:rPr>
              <a:t>memasukkan</a:t>
            </a:r>
            <a:r>
              <a:rPr lang="en-ID" b="1" i="0" dirty="0">
                <a:solidFill>
                  <a:schemeClr val="tx1"/>
                </a:solidFill>
                <a:effectLst/>
                <a:latin typeface="-apple-system"/>
              </a:rPr>
              <a:t> kata </a:t>
            </a:r>
            <a:r>
              <a:rPr lang="en-ID" b="1" i="0" dirty="0" err="1">
                <a:solidFill>
                  <a:schemeClr val="tx1"/>
                </a:solidFill>
                <a:effectLst/>
                <a:latin typeface="-apple-system"/>
              </a:rPr>
              <a:t>kunci</a:t>
            </a:r>
            <a:r>
              <a:rPr lang="en-ID" b="1" i="0" dirty="0">
                <a:solidFill>
                  <a:schemeClr val="tx1"/>
                </a:solidFill>
                <a:effectLst/>
                <a:latin typeface="-apple-system"/>
              </a:rPr>
              <a:t> pada </a:t>
            </a:r>
            <a:r>
              <a:rPr lang="en-ID" b="1" i="0" dirty="0" err="1">
                <a:solidFill>
                  <a:schemeClr val="tx1"/>
                </a:solidFill>
                <a:effectLst/>
                <a:latin typeface="-apple-system"/>
              </a:rPr>
              <a:t>mesin</a:t>
            </a:r>
            <a:r>
              <a:rPr lang="en-ID" b="1" i="0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en-ID" b="1" i="0" dirty="0" err="1">
                <a:solidFill>
                  <a:schemeClr val="tx1"/>
                </a:solidFill>
                <a:effectLst/>
                <a:latin typeface="-apple-system"/>
              </a:rPr>
              <a:t>pencari</a:t>
            </a:r>
            <a:r>
              <a:rPr lang="en-ID" b="1" i="0" dirty="0">
                <a:solidFill>
                  <a:schemeClr val="tx1"/>
                </a:solidFill>
                <a:effectLst/>
                <a:latin typeface="-apple-system"/>
              </a:rPr>
              <a:t> Google </a:t>
            </a:r>
            <a:r>
              <a:rPr lang="en-ID" b="1" i="0" dirty="0" err="1">
                <a:solidFill>
                  <a:schemeClr val="tx1"/>
                </a:solidFill>
                <a:effectLst/>
                <a:latin typeface="-apple-system"/>
              </a:rPr>
              <a:t>untuk</a:t>
            </a:r>
            <a:r>
              <a:rPr lang="en-ID" b="1" i="0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en-ID" b="1" i="0" dirty="0" err="1">
                <a:solidFill>
                  <a:schemeClr val="tx1"/>
                </a:solidFill>
                <a:effectLst/>
                <a:latin typeface="-apple-system"/>
              </a:rPr>
              <a:t>mencari</a:t>
            </a:r>
            <a:r>
              <a:rPr lang="en-ID" b="1" i="0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en-ID" b="1" i="0" dirty="0" err="1">
                <a:solidFill>
                  <a:schemeClr val="tx1"/>
                </a:solidFill>
                <a:effectLst/>
                <a:latin typeface="-apple-system"/>
              </a:rPr>
              <a:t>celah</a:t>
            </a:r>
            <a:r>
              <a:rPr lang="en-ID" b="1" i="0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en-ID" b="1" i="0" dirty="0" err="1">
                <a:solidFill>
                  <a:schemeClr val="tx1"/>
                </a:solidFill>
                <a:effectLst/>
                <a:latin typeface="-apple-system"/>
              </a:rPr>
              <a:t>keamanan</a:t>
            </a:r>
            <a:r>
              <a:rPr lang="en-ID" b="1" i="0" dirty="0">
                <a:solidFill>
                  <a:schemeClr val="tx1"/>
                </a:solidFill>
                <a:effectLst/>
                <a:latin typeface="-apple-system"/>
              </a:rPr>
              <a:t> pada </a:t>
            </a:r>
            <a:r>
              <a:rPr lang="en-ID" b="1" i="0" dirty="0" err="1">
                <a:solidFill>
                  <a:schemeClr val="tx1"/>
                </a:solidFill>
                <a:effectLst/>
                <a:latin typeface="-apple-system"/>
              </a:rPr>
              <a:t>suatu</a:t>
            </a:r>
            <a:r>
              <a:rPr lang="en-ID" b="1" i="0" dirty="0">
                <a:solidFill>
                  <a:schemeClr val="tx1"/>
                </a:solidFill>
                <a:effectLst/>
                <a:latin typeface="-apple-system"/>
              </a:rPr>
              <a:t> website </a:t>
            </a:r>
            <a:r>
              <a:rPr lang="en-ID" b="1" i="0" dirty="0" err="1">
                <a:solidFill>
                  <a:schemeClr val="tx1"/>
                </a:solidFill>
                <a:effectLst/>
                <a:latin typeface="-apple-system"/>
              </a:rPr>
              <a:t>dengan</a:t>
            </a:r>
            <a:r>
              <a:rPr lang="en-ID" b="1" i="0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en-ID" b="1" i="0" dirty="0" err="1">
                <a:solidFill>
                  <a:schemeClr val="tx1"/>
                </a:solidFill>
                <a:effectLst/>
                <a:latin typeface="-apple-system"/>
              </a:rPr>
              <a:t>tujuan</a:t>
            </a:r>
            <a:r>
              <a:rPr lang="en-ID" b="1" i="0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en-ID" b="1" i="0" dirty="0" err="1">
                <a:solidFill>
                  <a:schemeClr val="tx1"/>
                </a:solidFill>
                <a:effectLst/>
                <a:latin typeface="-apple-system"/>
              </a:rPr>
              <a:t>peretasan</a:t>
            </a:r>
            <a:r>
              <a:rPr lang="en-ID" b="1" i="0" dirty="0">
                <a:solidFill>
                  <a:schemeClr val="tx1"/>
                </a:solidFill>
                <a:effectLst/>
                <a:latin typeface="-apple-system"/>
              </a:rPr>
              <a:t>. Teknik </a:t>
            </a:r>
            <a:r>
              <a:rPr lang="en-ID" b="1" i="0" dirty="0" err="1">
                <a:solidFill>
                  <a:schemeClr val="tx1"/>
                </a:solidFill>
                <a:effectLst/>
                <a:latin typeface="-apple-system"/>
              </a:rPr>
              <a:t>ini</a:t>
            </a:r>
            <a:r>
              <a:rPr lang="en-ID" b="1" i="0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en-ID" b="1" i="0" dirty="0" err="1">
                <a:solidFill>
                  <a:schemeClr val="tx1"/>
                </a:solidFill>
                <a:effectLst/>
                <a:latin typeface="-apple-system"/>
              </a:rPr>
              <a:t>biasa</a:t>
            </a:r>
            <a:r>
              <a:rPr lang="en-ID" b="1" i="0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en-ID" b="1" i="0" dirty="0" err="1">
                <a:solidFill>
                  <a:schemeClr val="tx1"/>
                </a:solidFill>
                <a:effectLst/>
                <a:latin typeface="-apple-system"/>
              </a:rPr>
              <a:t>disebut</a:t>
            </a:r>
            <a:r>
              <a:rPr lang="en-ID" b="1" i="0" dirty="0">
                <a:solidFill>
                  <a:schemeClr val="tx1"/>
                </a:solidFill>
                <a:effectLst/>
                <a:latin typeface="-apple-system"/>
              </a:rPr>
              <a:t> Dorking </a:t>
            </a:r>
            <a:r>
              <a:rPr lang="en-ID" b="1" i="0" dirty="0" err="1">
                <a:solidFill>
                  <a:schemeClr val="tx1"/>
                </a:solidFill>
                <a:effectLst/>
                <a:latin typeface="-apple-system"/>
              </a:rPr>
              <a:t>atau</a:t>
            </a:r>
            <a:r>
              <a:rPr lang="en-ID" b="1" i="0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en-ID" b="1" i="0" dirty="0" err="1">
                <a:solidFill>
                  <a:schemeClr val="tx1"/>
                </a:solidFill>
                <a:effectLst/>
                <a:latin typeface="-apple-system"/>
              </a:rPr>
              <a:t>mencari</a:t>
            </a:r>
            <a:r>
              <a:rPr lang="en-ID" b="1" i="0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en-ID" b="1" i="0" dirty="0" err="1">
                <a:solidFill>
                  <a:schemeClr val="tx1"/>
                </a:solidFill>
                <a:effectLst/>
                <a:latin typeface="-apple-system"/>
              </a:rPr>
              <a:t>informasi</a:t>
            </a:r>
            <a:r>
              <a:rPr lang="en-ID" b="1" i="0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en-ID" b="1" i="0" dirty="0" err="1">
                <a:solidFill>
                  <a:schemeClr val="tx1"/>
                </a:solidFill>
                <a:effectLst/>
                <a:latin typeface="-apple-system"/>
              </a:rPr>
              <a:t>secara</a:t>
            </a:r>
            <a:r>
              <a:rPr lang="en-ID" b="1" i="0" dirty="0">
                <a:solidFill>
                  <a:schemeClr val="tx1"/>
                </a:solidFill>
                <a:effectLst/>
                <a:latin typeface="-apple-system"/>
              </a:rPr>
              <a:t> detail.</a:t>
            </a:r>
            <a:br>
              <a:rPr lang="en-ID" b="1" dirty="0">
                <a:solidFill>
                  <a:schemeClr val="tx1"/>
                </a:solidFill>
              </a:rPr>
            </a:br>
            <a:br>
              <a:rPr lang="en-ID" b="1" dirty="0">
                <a:solidFill>
                  <a:schemeClr val="tx1"/>
                </a:solidFill>
              </a:rPr>
            </a:br>
            <a:r>
              <a:rPr lang="en-ID" b="1" i="0" dirty="0">
                <a:solidFill>
                  <a:schemeClr val="tx1"/>
                </a:solidFill>
                <a:effectLst/>
                <a:latin typeface="-apple-system"/>
              </a:rPr>
              <a:t>Dork </a:t>
            </a:r>
            <a:r>
              <a:rPr lang="en-ID" b="1" i="0" dirty="0" err="1">
                <a:solidFill>
                  <a:schemeClr val="tx1"/>
                </a:solidFill>
                <a:effectLst/>
                <a:latin typeface="-apple-system"/>
              </a:rPr>
              <a:t>sering</a:t>
            </a:r>
            <a:r>
              <a:rPr lang="en-ID" b="1" i="0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en-ID" b="1" i="0" dirty="0" err="1">
                <a:solidFill>
                  <a:schemeClr val="tx1"/>
                </a:solidFill>
                <a:effectLst/>
                <a:latin typeface="-apple-system"/>
              </a:rPr>
              <a:t>digunakan</a:t>
            </a:r>
            <a:r>
              <a:rPr lang="en-ID" b="1" i="0" dirty="0">
                <a:solidFill>
                  <a:schemeClr val="tx1"/>
                </a:solidFill>
                <a:effectLst/>
                <a:latin typeface="-apple-system"/>
              </a:rPr>
              <a:t> para </a:t>
            </a:r>
            <a:r>
              <a:rPr lang="en-ID" b="1" i="0" dirty="0" err="1">
                <a:solidFill>
                  <a:schemeClr val="tx1"/>
                </a:solidFill>
                <a:effectLst/>
                <a:latin typeface="-apple-system"/>
              </a:rPr>
              <a:t>peretas</a:t>
            </a:r>
            <a:r>
              <a:rPr lang="en-ID" b="1" i="0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en-ID" b="1" i="0" dirty="0" err="1">
                <a:solidFill>
                  <a:schemeClr val="tx1"/>
                </a:solidFill>
                <a:effectLst/>
                <a:latin typeface="-apple-system"/>
              </a:rPr>
              <a:t>untuk</a:t>
            </a:r>
            <a:r>
              <a:rPr lang="en-ID" b="1" i="0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en-ID" b="1" i="0" dirty="0" err="1">
                <a:solidFill>
                  <a:schemeClr val="tx1"/>
                </a:solidFill>
                <a:effectLst/>
                <a:latin typeface="-apple-system"/>
              </a:rPr>
              <a:t>mencari</a:t>
            </a:r>
            <a:r>
              <a:rPr lang="en-ID" b="1" i="0" dirty="0">
                <a:solidFill>
                  <a:schemeClr val="tx1"/>
                </a:solidFill>
                <a:effectLst/>
                <a:latin typeface="-apple-system"/>
              </a:rPr>
              <a:t> website yang </a:t>
            </a:r>
            <a:r>
              <a:rPr lang="en-ID" b="1" i="0" dirty="0" err="1">
                <a:solidFill>
                  <a:schemeClr val="tx1"/>
                </a:solidFill>
                <a:effectLst/>
                <a:latin typeface="-apple-system"/>
              </a:rPr>
              <a:t>rentan</a:t>
            </a:r>
            <a:r>
              <a:rPr lang="en-ID" b="1" i="0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en-ID" b="1" i="0" dirty="0" err="1">
                <a:solidFill>
                  <a:schemeClr val="tx1"/>
                </a:solidFill>
                <a:effectLst/>
                <a:latin typeface="-apple-system"/>
              </a:rPr>
              <a:t>terhadap</a:t>
            </a:r>
            <a:r>
              <a:rPr lang="en-ID" b="1" i="0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en-ID" b="1" i="0" dirty="0" err="1">
                <a:solidFill>
                  <a:schemeClr val="tx1"/>
                </a:solidFill>
                <a:effectLst/>
                <a:latin typeface="-apple-system"/>
              </a:rPr>
              <a:t>keamanan</a:t>
            </a:r>
            <a:r>
              <a:rPr lang="en-ID" b="1" i="0" dirty="0">
                <a:solidFill>
                  <a:schemeClr val="tx1"/>
                </a:solidFill>
                <a:effectLst/>
                <a:latin typeface="-apple-system"/>
              </a:rPr>
              <a:t> (Vulnerability) yang </a:t>
            </a:r>
            <a:r>
              <a:rPr lang="en-ID" b="1" i="0" dirty="0" err="1">
                <a:solidFill>
                  <a:schemeClr val="tx1"/>
                </a:solidFill>
                <a:effectLst/>
                <a:latin typeface="-apple-system"/>
              </a:rPr>
              <a:t>nantinya</a:t>
            </a:r>
            <a:r>
              <a:rPr lang="en-ID" b="1" i="0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en-ID" b="1" i="0" dirty="0" err="1">
                <a:solidFill>
                  <a:schemeClr val="tx1"/>
                </a:solidFill>
                <a:effectLst/>
                <a:latin typeface="-apple-system"/>
              </a:rPr>
              <a:t>akan</a:t>
            </a:r>
            <a:r>
              <a:rPr lang="en-ID" b="1" i="0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en-ID" b="1" i="0" dirty="0" err="1">
                <a:solidFill>
                  <a:schemeClr val="tx1"/>
                </a:solidFill>
                <a:effectLst/>
                <a:latin typeface="-apple-system"/>
              </a:rPr>
              <a:t>dijadikan</a:t>
            </a:r>
            <a:r>
              <a:rPr lang="en-ID" b="1" i="0" dirty="0">
                <a:solidFill>
                  <a:schemeClr val="tx1"/>
                </a:solidFill>
                <a:effectLst/>
                <a:latin typeface="-apple-system"/>
              </a:rPr>
              <a:t> target </a:t>
            </a:r>
            <a:r>
              <a:rPr lang="en-ID" b="1" i="0" dirty="0" err="1">
                <a:solidFill>
                  <a:schemeClr val="tx1"/>
                </a:solidFill>
                <a:effectLst/>
                <a:latin typeface="-apple-system"/>
              </a:rPr>
              <a:t>peretasan</a:t>
            </a:r>
            <a:r>
              <a:rPr lang="en-ID" b="1" i="0" dirty="0">
                <a:solidFill>
                  <a:schemeClr val="tx1"/>
                </a:solidFill>
                <a:effectLst/>
                <a:latin typeface="-apple-system"/>
              </a:rPr>
              <a:t>.</a:t>
            </a:r>
            <a:endParaRPr lang="en-ID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23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5701689-7141-4C63-9987-DF42E7ABCF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1A75FA-6A76-40F8-8A26-AF7EB17F3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Fungsi</a:t>
            </a:r>
            <a:r>
              <a:rPr lang="en-US" dirty="0"/>
              <a:t> Google Dorking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FF1D3-4A00-42F5-92BB-D626DF89B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0" i="0" dirty="0">
                <a:solidFill>
                  <a:schemeClr val="tx1"/>
                </a:solidFill>
                <a:effectLst/>
                <a:latin typeface="-apple-system"/>
              </a:rPr>
              <a:t>Google dork </a:t>
            </a:r>
            <a:r>
              <a:rPr lang="en-ID" b="0" i="0" dirty="0" err="1">
                <a:solidFill>
                  <a:schemeClr val="tx1"/>
                </a:solidFill>
                <a:effectLst/>
                <a:latin typeface="-apple-system"/>
              </a:rPr>
              <a:t>sendiri</a:t>
            </a:r>
            <a:r>
              <a:rPr lang="en-ID" b="0" i="0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chemeClr val="tx1"/>
                </a:solidFill>
                <a:effectLst/>
                <a:latin typeface="-apple-system"/>
              </a:rPr>
              <a:t>adalah</a:t>
            </a:r>
            <a:r>
              <a:rPr lang="en-ID" b="0" i="0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chemeClr val="tx1"/>
                </a:solidFill>
                <a:effectLst/>
                <a:latin typeface="-apple-system"/>
              </a:rPr>
              <a:t>untuk</a:t>
            </a:r>
            <a:r>
              <a:rPr lang="en-ID" b="0" i="0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chemeClr val="tx1"/>
                </a:solidFill>
                <a:effectLst/>
                <a:latin typeface="-apple-system"/>
              </a:rPr>
              <a:t>mencari</a:t>
            </a:r>
            <a:r>
              <a:rPr lang="en-ID" b="0" i="0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chemeClr val="tx1"/>
                </a:solidFill>
                <a:effectLst/>
                <a:latin typeface="-apple-system"/>
              </a:rPr>
              <a:t>informasi</a:t>
            </a:r>
            <a:r>
              <a:rPr lang="en-ID" b="0" i="0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chemeClr val="tx1"/>
                </a:solidFill>
                <a:effectLst/>
                <a:latin typeface="-apple-system"/>
              </a:rPr>
              <a:t>spesifik</a:t>
            </a:r>
            <a:r>
              <a:rPr lang="en-ID" b="0" i="0" dirty="0">
                <a:solidFill>
                  <a:schemeClr val="tx1"/>
                </a:solidFill>
                <a:effectLst/>
                <a:latin typeface="-apple-system"/>
              </a:rPr>
              <a:t> pada website yang </a:t>
            </a:r>
            <a:r>
              <a:rPr lang="en-ID" b="0" i="0" dirty="0" err="1">
                <a:solidFill>
                  <a:schemeClr val="tx1"/>
                </a:solidFill>
                <a:effectLst/>
                <a:latin typeface="-apple-system"/>
              </a:rPr>
              <a:t>dicari</a:t>
            </a:r>
            <a:r>
              <a:rPr lang="en-ID" b="0" i="0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chemeClr val="tx1"/>
                </a:solidFill>
                <a:effectLst/>
                <a:latin typeface="-apple-system"/>
              </a:rPr>
              <a:t>sesuai</a:t>
            </a:r>
            <a:r>
              <a:rPr lang="en-ID" b="0" i="0" dirty="0">
                <a:solidFill>
                  <a:schemeClr val="tx1"/>
                </a:solidFill>
                <a:effectLst/>
                <a:latin typeface="-apple-system"/>
              </a:rPr>
              <a:t> kata </a:t>
            </a:r>
            <a:r>
              <a:rPr lang="en-ID" b="0" i="0" dirty="0" err="1">
                <a:solidFill>
                  <a:schemeClr val="tx1"/>
                </a:solidFill>
                <a:effectLst/>
                <a:latin typeface="-apple-system"/>
              </a:rPr>
              <a:t>kunci</a:t>
            </a:r>
            <a:r>
              <a:rPr lang="en-ID" b="0" i="0" dirty="0">
                <a:solidFill>
                  <a:schemeClr val="tx1"/>
                </a:solidFill>
                <a:effectLst/>
                <a:latin typeface="-apple-system"/>
              </a:rPr>
              <a:t> yang </a:t>
            </a:r>
            <a:r>
              <a:rPr lang="en-ID" b="0" i="0" dirty="0" err="1">
                <a:solidFill>
                  <a:schemeClr val="tx1"/>
                </a:solidFill>
                <a:effectLst/>
                <a:latin typeface="-apple-system"/>
              </a:rPr>
              <a:t>dimasukkan</a:t>
            </a:r>
            <a:r>
              <a:rPr lang="en-ID" b="0" i="0" dirty="0">
                <a:solidFill>
                  <a:schemeClr val="tx1"/>
                </a:solidFill>
                <a:effectLst/>
                <a:latin typeface="-apple-system"/>
              </a:rPr>
              <a:t> pada </a:t>
            </a:r>
            <a:r>
              <a:rPr lang="en-ID" b="0" i="0" dirty="0" err="1">
                <a:solidFill>
                  <a:schemeClr val="tx1"/>
                </a:solidFill>
                <a:effectLst/>
                <a:latin typeface="-apple-system"/>
              </a:rPr>
              <a:t>mesin</a:t>
            </a:r>
            <a:r>
              <a:rPr lang="en-ID" b="0" i="0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chemeClr val="tx1"/>
                </a:solidFill>
                <a:effectLst/>
                <a:latin typeface="-apple-system"/>
              </a:rPr>
              <a:t>pencari</a:t>
            </a:r>
            <a:r>
              <a:rPr lang="en-ID" b="0" i="0" dirty="0">
                <a:solidFill>
                  <a:schemeClr val="tx1"/>
                </a:solidFill>
                <a:effectLst/>
                <a:latin typeface="-apple-system"/>
              </a:rPr>
              <a:t> google.</a:t>
            </a:r>
            <a:br>
              <a:rPr lang="en-ID" dirty="0">
                <a:solidFill>
                  <a:schemeClr val="tx1"/>
                </a:solidFill>
              </a:rPr>
            </a:br>
            <a:br>
              <a:rPr lang="en-ID" dirty="0">
                <a:solidFill>
                  <a:schemeClr val="tx1"/>
                </a:solidFill>
              </a:rPr>
            </a:br>
            <a:r>
              <a:rPr lang="en-ID" b="0" i="0" dirty="0" err="1">
                <a:solidFill>
                  <a:schemeClr val="tx1"/>
                </a:solidFill>
                <a:effectLst/>
                <a:latin typeface="-apple-system"/>
              </a:rPr>
              <a:t>Selanjutnya</a:t>
            </a:r>
            <a:r>
              <a:rPr lang="en-ID" b="0" i="0" dirty="0">
                <a:solidFill>
                  <a:schemeClr val="tx1"/>
                </a:solidFill>
                <a:effectLst/>
                <a:latin typeface="-apple-system"/>
              </a:rPr>
              <a:t>, </a:t>
            </a:r>
            <a:r>
              <a:rPr lang="en-ID" b="0" i="0" dirty="0" err="1">
                <a:solidFill>
                  <a:schemeClr val="tx1"/>
                </a:solidFill>
                <a:effectLst/>
                <a:latin typeface="-apple-system"/>
              </a:rPr>
              <a:t>bagaimana</a:t>
            </a:r>
            <a:r>
              <a:rPr lang="en-ID" b="0" i="0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chemeClr val="tx1"/>
                </a:solidFill>
                <a:effectLst/>
                <a:latin typeface="-apple-system"/>
              </a:rPr>
              <a:t>cara</a:t>
            </a:r>
            <a:r>
              <a:rPr lang="en-ID" b="0" i="0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chemeClr val="tx1"/>
                </a:solidFill>
                <a:effectLst/>
                <a:latin typeface="-apple-system"/>
              </a:rPr>
              <a:t>menggunakan</a:t>
            </a:r>
            <a:r>
              <a:rPr lang="en-ID" b="0" i="0" dirty="0">
                <a:solidFill>
                  <a:schemeClr val="tx1"/>
                </a:solidFill>
                <a:effectLst/>
                <a:latin typeface="-apple-system"/>
              </a:rPr>
              <a:t> google dork? Google dork </a:t>
            </a:r>
            <a:r>
              <a:rPr lang="en-ID" b="0" i="0" dirty="0" err="1">
                <a:solidFill>
                  <a:schemeClr val="tx1"/>
                </a:solidFill>
                <a:effectLst/>
                <a:latin typeface="-apple-system"/>
              </a:rPr>
              <a:t>memiliki</a:t>
            </a:r>
            <a:r>
              <a:rPr lang="en-ID" b="0" i="0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chemeClr val="tx1"/>
                </a:solidFill>
                <a:effectLst/>
                <a:latin typeface="-apple-system"/>
              </a:rPr>
              <a:t>banyak</a:t>
            </a:r>
            <a:r>
              <a:rPr lang="en-ID" b="0" i="0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chemeClr val="tx1"/>
                </a:solidFill>
                <a:effectLst/>
                <a:latin typeface="-apple-system"/>
              </a:rPr>
              <a:t>jenis</a:t>
            </a:r>
            <a:r>
              <a:rPr lang="en-ID" b="0" i="0" dirty="0">
                <a:solidFill>
                  <a:schemeClr val="tx1"/>
                </a:solidFill>
                <a:effectLst/>
                <a:latin typeface="-apple-system"/>
              </a:rPr>
              <a:t> yang </a:t>
            </a:r>
            <a:r>
              <a:rPr lang="en-ID" b="0" i="0" dirty="0" err="1">
                <a:solidFill>
                  <a:schemeClr val="tx1"/>
                </a:solidFill>
                <a:effectLst/>
                <a:latin typeface="-apple-system"/>
              </a:rPr>
              <a:t>dapat</a:t>
            </a:r>
            <a:r>
              <a:rPr lang="en-ID" b="0" i="0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chemeClr val="tx1"/>
                </a:solidFill>
                <a:effectLst/>
                <a:latin typeface="-apple-system"/>
              </a:rPr>
              <a:t>digunakan</a:t>
            </a:r>
            <a:r>
              <a:rPr lang="en-ID" b="0" i="0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chemeClr val="tx1"/>
                </a:solidFill>
                <a:effectLst/>
                <a:latin typeface="-apple-system"/>
              </a:rPr>
              <a:t>sesuai</a:t>
            </a:r>
            <a:r>
              <a:rPr lang="en-ID" b="0" i="0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chemeClr val="tx1"/>
                </a:solidFill>
                <a:effectLst/>
                <a:latin typeface="-apple-system"/>
              </a:rPr>
              <a:t>kebutuhan</a:t>
            </a:r>
            <a:r>
              <a:rPr lang="en-ID" b="0" i="0" dirty="0">
                <a:solidFill>
                  <a:schemeClr val="tx1"/>
                </a:solidFill>
                <a:effectLst/>
                <a:latin typeface="-apple-system"/>
              </a:rPr>
              <a:t>. </a:t>
            </a:r>
            <a:r>
              <a:rPr lang="en-ID" b="0" i="0" dirty="0" err="1">
                <a:solidFill>
                  <a:schemeClr val="tx1"/>
                </a:solidFill>
                <a:effectLst/>
                <a:latin typeface="-apple-system"/>
              </a:rPr>
              <a:t>Berikut</a:t>
            </a:r>
            <a:r>
              <a:rPr lang="en-ID" b="0" i="0" dirty="0">
                <a:solidFill>
                  <a:schemeClr val="tx1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chemeClr val="tx1"/>
                </a:solidFill>
                <a:effectLst/>
                <a:latin typeface="-apple-system"/>
              </a:rPr>
              <a:t>penjelasannya</a:t>
            </a:r>
            <a:r>
              <a:rPr lang="en-ID" b="0" i="0" dirty="0">
                <a:solidFill>
                  <a:schemeClr val="tx1"/>
                </a:solidFill>
                <a:effectLst/>
                <a:latin typeface="-apple-system"/>
              </a:rPr>
              <a:t>.</a:t>
            </a:r>
            <a:endParaRPr lang="en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5275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C338934-BFC3-430C-BCBA-CCAAFC3DE2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88FE6B-875F-44FA-9514-117356516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i="0" dirty="0" err="1">
                <a:solidFill>
                  <a:schemeClr val="tx1"/>
                </a:solidFill>
                <a:effectLst/>
                <a:latin typeface="-apple-system"/>
              </a:rPr>
              <a:t>Jenis-jenis</a:t>
            </a:r>
            <a:r>
              <a:rPr lang="en-ID" b="1" i="0" dirty="0">
                <a:solidFill>
                  <a:schemeClr val="tx1"/>
                </a:solidFill>
                <a:effectLst/>
                <a:latin typeface="-apple-system"/>
              </a:rPr>
              <a:t> dork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221FF-AD65-44B1-8242-FA1115930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36900" indent="0" algn="l" fontAlgn="base">
              <a:buNone/>
            </a:pPr>
            <a:r>
              <a:rPr lang="en-ID" b="1" i="0" dirty="0">
                <a:solidFill>
                  <a:srgbClr val="FFFF00"/>
                </a:solidFill>
                <a:effectLst/>
                <a:latin typeface="-apple-system"/>
              </a:rPr>
              <a:t>1. 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Inurl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&amp;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Allinurl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.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Inurl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digunakan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untuk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menampilkan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URL website yang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mengandung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kata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kunci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yang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dituluskan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.</a:t>
            </a:r>
            <a:b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</a:b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Semisal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,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ketika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mencari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informasi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seputar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Belajar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SEO, Anda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bisa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menggunakan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inurl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:/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belajar-seo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atau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allinurl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:/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belajar-seo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.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Maka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yang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muncul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hanyalah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URL yang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mengandung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kata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kunci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belajar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SEO.</a:t>
            </a:r>
          </a:p>
          <a:p>
            <a:pPr marL="36900" indent="0" algn="l" fontAlgn="base">
              <a:buNone/>
            </a:pPr>
            <a:r>
              <a:rPr lang="en-ID" b="1" i="0" dirty="0">
                <a:solidFill>
                  <a:srgbClr val="FFFF00"/>
                </a:solidFill>
                <a:effectLst/>
                <a:latin typeface="-apple-system"/>
              </a:rPr>
              <a:t>2.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 Intitle. Intitle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digunakan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untuk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menampilkan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kata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kunci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yang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berada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di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judul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suatu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website.</a:t>
            </a:r>
            <a:b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</a:b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Contohnya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intitle:Tutorial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Blogging.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Maka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yang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muncul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hanyalah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website-website yang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mengandung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kata tutorial blogging pada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judul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postingannya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.</a:t>
            </a:r>
          </a:p>
          <a:p>
            <a:pPr marL="36900" indent="0" algn="l" fontAlgn="base">
              <a:buNone/>
            </a:pPr>
            <a:r>
              <a:rPr lang="en-ID" b="1" i="0" dirty="0">
                <a:solidFill>
                  <a:srgbClr val="FFFF00"/>
                </a:solidFill>
                <a:effectLst/>
                <a:latin typeface="-apple-system"/>
              </a:rPr>
              <a:t>3.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 Site. Site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digunakan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untuk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menampilkan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website yang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menggunakan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domain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tertentu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.</a:t>
            </a:r>
            <a:b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</a:b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Contohnya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 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site:.com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,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maka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yang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muncul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hanyalah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website yang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menggunakan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domain .com.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Atau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bisa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juga 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site:vasiota.com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,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maka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yang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muncul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hanyalah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semua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URL yang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ada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di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dalam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website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tersebut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.</a:t>
            </a:r>
          </a:p>
          <a:p>
            <a:pPr marL="36900" indent="0" algn="l" fontAlgn="base">
              <a:buNone/>
            </a:pPr>
            <a:r>
              <a:rPr lang="en-ID" b="1" i="0" dirty="0">
                <a:solidFill>
                  <a:srgbClr val="FFFF00"/>
                </a:solidFill>
                <a:effectLst/>
                <a:latin typeface="-apple-system"/>
              </a:rPr>
              <a:t>4. 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Intext. Intext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digunakan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untuk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menampilkan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website yang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didalamnya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mengandung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kata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kunci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yang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dicari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.</a:t>
            </a:r>
            <a:b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</a:b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Contohnya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intext:hacking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,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maka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yang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muncul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hanyalah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website yang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mengandung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kata hacking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didalamnya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,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ntah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dibagian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url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,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judul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,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atau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yang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lainnya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.</a:t>
            </a:r>
          </a:p>
          <a:p>
            <a:pPr marL="36900" indent="0" algn="l" fontAlgn="base">
              <a:buNone/>
            </a:pPr>
            <a:r>
              <a:rPr lang="en-ID" b="1" i="0" dirty="0">
                <a:solidFill>
                  <a:srgbClr val="FFFF00"/>
                </a:solidFill>
                <a:effectLst/>
                <a:latin typeface="-apple-system"/>
              </a:rPr>
              <a:t>5. 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Filetype. File type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digunakan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untuk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mencari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file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berdasarkan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ekstensinya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,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ntah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itu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pdf, txt,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atau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yang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lainnya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.</a:t>
            </a:r>
            <a:b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</a:b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Contohnya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filetype:pdf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maka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yang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muncul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hanyalah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situs-situs yang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menyediakan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file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bertipe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pdf yang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siap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untuk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 </a:t>
            </a:r>
            <a:r>
              <a:rPr lang="en-ID" b="0" i="0" dirty="0" err="1">
                <a:solidFill>
                  <a:srgbClr val="FFFF00"/>
                </a:solidFill>
                <a:effectLst/>
                <a:latin typeface="-apple-system"/>
              </a:rPr>
              <a:t>didownload</a:t>
            </a:r>
            <a:r>
              <a:rPr lang="en-ID" b="0" i="0" dirty="0">
                <a:solidFill>
                  <a:srgbClr val="FFFF00"/>
                </a:solidFill>
                <a:effectLst/>
                <a:latin typeface="-apple-system"/>
              </a:rPr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12057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50392-A636-4E9A-9768-F37974D8D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 err="1"/>
              <a:t>site:“Cobain</a:t>
            </a:r>
            <a:r>
              <a:rPr lang="en-ID" dirty="0"/>
              <a:t>" </a:t>
            </a:r>
            <a:r>
              <a:rPr lang="en-ID" dirty="0" err="1"/>
              <a:t>inurl:admin.php</a:t>
            </a:r>
            <a:r>
              <a:rPr lang="en-ID" dirty="0"/>
              <a:t>.</a:t>
            </a:r>
            <a:br>
              <a:rPr lang="en-ID" dirty="0"/>
            </a:b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4D252-F92D-487D-8D8A-8A8EC8027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Untuk</a:t>
            </a:r>
            <a:r>
              <a:rPr lang="en-ID" dirty="0"/>
              <a:t> site </a:t>
            </a:r>
            <a:r>
              <a:rPr lang="en-ID" dirty="0" err="1"/>
              <a:t>coba</a:t>
            </a:r>
            <a:r>
              <a:rPr lang="en-ID" dirty="0"/>
              <a:t> kalian </a:t>
            </a:r>
            <a:r>
              <a:rPr lang="en-ID" dirty="0" err="1"/>
              <a:t>karang</a:t>
            </a:r>
            <a:r>
              <a:rPr lang="en-ID" dirty="0"/>
              <a:t> </a:t>
            </a:r>
            <a:r>
              <a:rPr lang="en-ID" dirty="0" err="1"/>
              <a:t>sendiri</a:t>
            </a:r>
            <a:r>
              <a:rPr lang="en-ID" dirty="0"/>
              <a:t> . </a:t>
            </a:r>
            <a:r>
              <a:rPr lang="en-ID" dirty="0" err="1"/>
              <a:t>Berikut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</a:t>
            </a:r>
            <a:r>
              <a:rPr lang="en-ID" dirty="0" err="1"/>
              <a:t>yg</a:t>
            </a:r>
            <a:r>
              <a:rPr lang="en-ID" dirty="0"/>
              <a:t> </a:t>
            </a:r>
            <a:r>
              <a:rPr lang="en-ID" dirty="0" err="1"/>
              <a:t>saya</a:t>
            </a:r>
            <a:r>
              <a:rPr lang="en-ID" dirty="0"/>
              <a:t> </a:t>
            </a:r>
            <a:r>
              <a:rPr lang="en-ID" dirty="0" err="1"/>
              <a:t>dapatkan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dork</a:t>
            </a:r>
          </a:p>
          <a:p>
            <a:endParaRPr lang="en-ID" dirty="0"/>
          </a:p>
          <a:p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75D736-9BFD-4550-99C7-566AF97DE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96" y="2556381"/>
            <a:ext cx="10353762" cy="402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063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BBB33-43F3-4D9F-B25B-83AB99B09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site:. Cobain </a:t>
            </a:r>
            <a:r>
              <a:rPr lang="en-ID" dirty="0" err="1"/>
              <a:t>inurl</a:t>
            </a:r>
            <a:r>
              <a:rPr lang="en-ID" dirty="0"/>
              <a:t>:.git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B286DC6-9B0E-4534-829C-6AD8D81D2E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795" y="1866900"/>
            <a:ext cx="10353761" cy="4752014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BE399C8-125E-4E7C-AEB1-19EA56FC0E2D}"/>
              </a:ext>
            </a:extLst>
          </p:cNvPr>
          <p:cNvSpPr/>
          <p:nvPr/>
        </p:nvSpPr>
        <p:spPr>
          <a:xfrm>
            <a:off x="4429387" y="2793534"/>
            <a:ext cx="1451296" cy="755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042BD9-615C-4DA5-AED4-3B1883292CCC}"/>
              </a:ext>
            </a:extLst>
          </p:cNvPr>
          <p:cNvSpPr/>
          <p:nvPr/>
        </p:nvSpPr>
        <p:spPr>
          <a:xfrm>
            <a:off x="3856139" y="2140766"/>
            <a:ext cx="1451296" cy="755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48843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C5C68-2995-4B59-BF7D-6493D03C4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site:Cobain</a:t>
            </a:r>
            <a:r>
              <a:rPr lang="en-ID" dirty="0"/>
              <a:t> </a:t>
            </a:r>
            <a:r>
              <a:rPr lang="en-ID" dirty="0" err="1"/>
              <a:t>inurl</a:t>
            </a:r>
            <a:r>
              <a:rPr lang="en-ID" dirty="0"/>
              <a:t>:.env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BEF871-BFE7-4A4C-8E32-47FB6F12BE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795" y="2139192"/>
            <a:ext cx="10353762" cy="4613946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ED2990F-E3F9-470F-937A-C8859F8DCE08}"/>
              </a:ext>
            </a:extLst>
          </p:cNvPr>
          <p:cNvSpPr/>
          <p:nvPr/>
        </p:nvSpPr>
        <p:spPr>
          <a:xfrm flipV="1">
            <a:off x="2446788" y="2139191"/>
            <a:ext cx="1613483" cy="159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29661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DDCAD-6508-41C6-B609-AC37FA390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dirty="0"/>
              <a:t>Register </a:t>
            </a:r>
            <a:r>
              <a:rPr lang="en-ID" dirty="0" err="1"/>
              <a:t>site:Cobain</a:t>
            </a:r>
            <a:endParaRPr lang="en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43E5BD-2167-402A-937D-8D69448EAC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795" y="2265028"/>
            <a:ext cx="10353762" cy="4303552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F4422CA-90AE-4C3A-A63B-2B666EC685AE}"/>
              </a:ext>
            </a:extLst>
          </p:cNvPr>
          <p:cNvSpPr/>
          <p:nvPr/>
        </p:nvSpPr>
        <p:spPr>
          <a:xfrm flipV="1">
            <a:off x="2446788" y="2265027"/>
            <a:ext cx="1303091" cy="209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378BA9-2ABF-4CD9-AA25-9D49957997A7}"/>
              </a:ext>
            </a:extLst>
          </p:cNvPr>
          <p:cNvSpPr/>
          <p:nvPr/>
        </p:nvSpPr>
        <p:spPr>
          <a:xfrm flipV="1">
            <a:off x="3496810" y="3599225"/>
            <a:ext cx="1880533" cy="209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86310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10F32E2-684B-4868-AE10-F4D307731B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A0C679-53D4-4577-9FF0-E999B731D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Cobain </a:t>
            </a:r>
            <a:r>
              <a:rPr lang="en-US" dirty="0" err="1">
                <a:solidFill>
                  <a:srgbClr val="FFFF00"/>
                </a:solidFill>
              </a:rPr>
              <a:t>dulu</a:t>
            </a:r>
            <a:r>
              <a:rPr lang="en-US" dirty="0">
                <a:solidFill>
                  <a:srgbClr val="FFFF00"/>
                </a:solidFill>
              </a:rPr>
              <a:t> Guys </a:t>
            </a:r>
            <a:endParaRPr lang="en-ID" dirty="0">
              <a:solidFill>
                <a:srgbClr val="FFFF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32DA7-1848-4FD8-83F7-4F0872049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FF00"/>
                </a:solidFill>
              </a:rPr>
              <a:t>Kalian juga </a:t>
            </a:r>
            <a:r>
              <a:rPr lang="en-US" b="1" dirty="0" err="1">
                <a:solidFill>
                  <a:srgbClr val="FFFF00"/>
                </a:solidFill>
              </a:rPr>
              <a:t>bisa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mencoba</a:t>
            </a:r>
            <a:r>
              <a:rPr lang="en-US" b="1" dirty="0">
                <a:solidFill>
                  <a:srgbClr val="FFFF00"/>
                </a:solidFill>
              </a:rPr>
              <a:t> </a:t>
            </a:r>
          </a:p>
          <a:p>
            <a:r>
              <a:rPr lang="en-US" b="1" dirty="0" err="1">
                <a:solidFill>
                  <a:srgbClr val="FFFF00"/>
                </a:solidFill>
              </a:rPr>
              <a:t>Filetype:PDF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site:”Cari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sendiri</a:t>
            </a:r>
            <a:r>
              <a:rPr lang="en-US" b="1" dirty="0">
                <a:solidFill>
                  <a:srgbClr val="FFFF00"/>
                </a:solidFill>
              </a:rPr>
              <a:t>” , </a:t>
            </a:r>
            <a:r>
              <a:rPr lang="en-US" b="1" dirty="0" err="1">
                <a:solidFill>
                  <a:srgbClr val="FFFF00"/>
                </a:solidFill>
              </a:rPr>
              <a:t>kemungkinan</a:t>
            </a:r>
            <a:r>
              <a:rPr lang="en-US" b="1" dirty="0">
                <a:solidFill>
                  <a:srgbClr val="FFFF00"/>
                </a:solidFill>
              </a:rPr>
              <a:t> kalian </a:t>
            </a:r>
            <a:r>
              <a:rPr lang="en-US" b="1" dirty="0" err="1">
                <a:solidFill>
                  <a:srgbClr val="FFFF00"/>
                </a:solidFill>
              </a:rPr>
              <a:t>bisa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mendaptkan</a:t>
            </a:r>
            <a:r>
              <a:rPr lang="en-US" b="1" dirty="0">
                <a:solidFill>
                  <a:srgbClr val="FFFF00"/>
                </a:solidFill>
              </a:rPr>
              <a:t> Information Disclosure . </a:t>
            </a:r>
          </a:p>
          <a:p>
            <a:r>
              <a:rPr lang="en-US" b="1" dirty="0" err="1">
                <a:solidFill>
                  <a:srgbClr val="FFFF00"/>
                </a:solidFill>
              </a:rPr>
              <a:t>site:”Cari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sendiri</a:t>
            </a:r>
            <a:r>
              <a:rPr lang="en-US" b="1" dirty="0">
                <a:solidFill>
                  <a:srgbClr val="FFFF00"/>
                </a:solidFill>
              </a:rPr>
              <a:t>” </a:t>
            </a:r>
            <a:r>
              <a:rPr lang="en-US" b="1" dirty="0" err="1">
                <a:solidFill>
                  <a:srgbClr val="FFFF00"/>
                </a:solidFill>
              </a:rPr>
              <a:t>intitle:"Index</a:t>
            </a:r>
            <a:r>
              <a:rPr lang="en-US" b="1" dirty="0">
                <a:solidFill>
                  <a:srgbClr val="FFFF00"/>
                </a:solidFill>
              </a:rPr>
              <a:t> of" password</a:t>
            </a:r>
            <a:endParaRPr lang="en-ID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8205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E6D0A29-A2D6-43BA-97DC-9AA1BC391C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24" y="-14287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F65F67-3BC1-4AC0-B57B-84473DE91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Sekian</a:t>
            </a:r>
            <a:r>
              <a:rPr lang="en-US" b="1" dirty="0"/>
              <a:t> Dan </a:t>
            </a:r>
            <a:r>
              <a:rPr lang="en-US" b="1" dirty="0" err="1"/>
              <a:t>Terima</a:t>
            </a:r>
            <a:r>
              <a:rPr lang="en-US" b="1" dirty="0"/>
              <a:t> Kasih 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9D12F-AF72-482F-83BF-E88491855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16336"/>
            <a:ext cx="10353762" cy="3714749"/>
          </a:xfrm>
        </p:spPr>
        <p:txBody>
          <a:bodyPr/>
          <a:lstStyle/>
          <a:p>
            <a:pPr marL="36900" indent="0" algn="ctr">
              <a:buNone/>
            </a:pPr>
            <a:r>
              <a:rPr lang="en-US" b="1" dirty="0"/>
              <a:t>META4SEC</a:t>
            </a:r>
            <a:endParaRPr lang="en-ID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96656EE-A0BE-4EC4-B502-2F30E9CC82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287"/>
            <a:ext cx="1142544" cy="10382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F5304E2-1946-49B6-AC31-6A1540348D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9404" y="2119640"/>
            <a:ext cx="1142544" cy="101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4992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{A11B3B79-69AC-4486-BFDB-D7DF5053E7F8}tf12214701_win32</Template>
  <TotalTime>166</TotalTime>
  <Words>498</Words>
  <Application>Microsoft Office PowerPoint</Application>
  <PresentationFormat>Widescreen</PresentationFormat>
  <Paragraphs>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-apple-system</vt:lpstr>
      <vt:lpstr>Britannic Bold</vt:lpstr>
      <vt:lpstr>Copperplate Gothic Bold</vt:lpstr>
      <vt:lpstr>Goudy Old Style</vt:lpstr>
      <vt:lpstr>Leelawadee</vt:lpstr>
      <vt:lpstr>Wingdings 2</vt:lpstr>
      <vt:lpstr>SlateVTI</vt:lpstr>
      <vt:lpstr>Google Dorking</vt:lpstr>
      <vt:lpstr>The Function of Google Dorking</vt:lpstr>
      <vt:lpstr>Google Dorking </vt:lpstr>
      <vt:lpstr>Fungsi Google Dorking</vt:lpstr>
      <vt:lpstr>Jenis-jenis dork</vt:lpstr>
      <vt:lpstr>site:“Cobain" inurl:admin.php. </vt:lpstr>
      <vt:lpstr>site:. Cobain inurl:.git</vt:lpstr>
      <vt:lpstr>site:Cobain inurl:.env</vt:lpstr>
      <vt:lpstr>Register site:Cobain</vt:lpstr>
      <vt:lpstr>Cobain dulu Guys </vt:lpstr>
      <vt:lpstr>Sekian Dan Terima Kasih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Dorking</dc:title>
  <dc:creator>User</dc:creator>
  <cp:lastModifiedBy>User</cp:lastModifiedBy>
  <cp:revision>5</cp:revision>
  <dcterms:created xsi:type="dcterms:W3CDTF">2023-08-23T14:09:05Z</dcterms:created>
  <dcterms:modified xsi:type="dcterms:W3CDTF">2023-08-23T16:56:37Z</dcterms:modified>
</cp:coreProperties>
</file>